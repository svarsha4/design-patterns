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58E5219-5EBB-4971-B9EA-AB009D9E6E7A}" v="611" dt="2026-07-21T15:37:51.12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ul Varshavsky" userId="e8e93936-3c44-4ed8-962b-cba2c196debd" providerId="ADAL" clId="{F64AC934-A852-4C8B-BFA7-A48B7EF1892F}"/>
    <pc:docChg chg="undo custSel addSld modSld sldOrd addMainMaster delMainMaster">
      <pc:chgData name="Saul Varshavsky" userId="e8e93936-3c44-4ed8-962b-cba2c196debd" providerId="ADAL" clId="{F64AC934-A852-4C8B-BFA7-A48B7EF1892F}" dt="2026-07-21T15:37:51.122" v="37705" actId="20577"/>
      <pc:docMkLst>
        <pc:docMk/>
      </pc:docMkLst>
      <pc:sldChg chg="modSp">
        <pc:chgData name="Saul Varshavsky" userId="e8e93936-3c44-4ed8-962b-cba2c196debd" providerId="ADAL" clId="{F64AC934-A852-4C8B-BFA7-A48B7EF1892F}" dt="2026-07-21T15:06:21.390" v="37452" actId="20577"/>
        <pc:sldMkLst>
          <pc:docMk/>
          <pc:sldMk cId="1220721514" sldId="259"/>
        </pc:sldMkLst>
        <pc:spChg chg="mod">
          <ac:chgData name="Saul Varshavsky" userId="e8e93936-3c44-4ed8-962b-cba2c196debd" providerId="ADAL" clId="{F64AC934-A852-4C8B-BFA7-A48B7EF1892F}" dt="2026-07-21T15:06:21.390" v="37452" actId="20577"/>
          <ac:spMkLst>
            <pc:docMk/>
            <pc:sldMk cId="1220721514" sldId="259"/>
            <ac:spMk id="3" creationId="{AE399CC6-C3A9-758D-908D-2F63BEE12DE7}"/>
          </ac:spMkLst>
        </pc:spChg>
      </pc:sldChg>
      <pc:sldChg chg="modAnim">
        <pc:chgData name="Saul Varshavsky" userId="e8e93936-3c44-4ed8-962b-cba2c196debd" providerId="ADAL" clId="{F64AC934-A852-4C8B-BFA7-A48B7EF1892F}" dt="2026-07-21T15:12:32.348" v="37467"/>
        <pc:sldMkLst>
          <pc:docMk/>
          <pc:sldMk cId="1958271238" sldId="262"/>
        </pc:sldMkLst>
      </pc:sldChg>
      <pc:sldChg chg="modSp mod">
        <pc:chgData name="Saul Varshavsky" userId="e8e93936-3c44-4ed8-962b-cba2c196debd" providerId="ADAL" clId="{F64AC934-A852-4C8B-BFA7-A48B7EF1892F}" dt="2026-07-19T16:34:00.051" v="18171" actId="20577"/>
        <pc:sldMkLst>
          <pc:docMk/>
          <pc:sldMk cId="2370691523" sldId="263"/>
        </pc:sldMkLst>
        <pc:spChg chg="mod">
          <ac:chgData name="Saul Varshavsky" userId="e8e93936-3c44-4ed8-962b-cba2c196debd" providerId="ADAL" clId="{F64AC934-A852-4C8B-BFA7-A48B7EF1892F}" dt="2026-07-19T16:34:00.051" v="18171" actId="20577"/>
          <ac:spMkLst>
            <pc:docMk/>
            <pc:sldMk cId="2370691523" sldId="263"/>
            <ac:spMk id="3" creationId="{7E140F19-576D-3E40-597F-9EA798823169}"/>
          </ac:spMkLst>
        </pc:spChg>
      </pc:sldChg>
      <pc:sldChg chg="addSp delSp modSp add mod ord delAnim modAnim">
        <pc:chgData name="Saul Varshavsky" userId="e8e93936-3c44-4ed8-962b-cba2c196debd" providerId="ADAL" clId="{F64AC934-A852-4C8B-BFA7-A48B7EF1892F}" dt="2026-07-21T15:32:16.174" v="37641" actId="14100"/>
        <pc:sldMkLst>
          <pc:docMk/>
          <pc:sldMk cId="2592525067" sldId="266"/>
        </pc:sldMkLst>
        <pc:spChg chg="mod">
          <ac:chgData name="Saul Varshavsky" userId="e8e93936-3c44-4ed8-962b-cba2c196debd" providerId="ADAL" clId="{F64AC934-A852-4C8B-BFA7-A48B7EF1892F}" dt="2026-07-19T14:55:27.708" v="10665" actId="20577"/>
          <ac:spMkLst>
            <pc:docMk/>
            <pc:sldMk cId="2592525067" sldId="266"/>
            <ac:spMk id="2" creationId="{E9FD72F0-BB80-6EEF-FC5E-DE6898653B37}"/>
          </ac:spMkLst>
        </pc:spChg>
        <pc:spChg chg="mod">
          <ac:chgData name="Saul Varshavsky" userId="e8e93936-3c44-4ed8-962b-cba2c196debd" providerId="ADAL" clId="{F64AC934-A852-4C8B-BFA7-A48B7EF1892F}" dt="2026-07-19T15:15:03.945" v="12327" actId="114"/>
          <ac:spMkLst>
            <pc:docMk/>
            <pc:sldMk cId="2592525067" sldId="266"/>
            <ac:spMk id="3" creationId="{4E09CFF4-7D83-BE22-7083-C881837765E9}"/>
          </ac:spMkLst>
        </pc:spChg>
        <pc:spChg chg="mod">
          <ac:chgData name="Saul Varshavsky" userId="e8e93936-3c44-4ed8-962b-cba2c196debd" providerId="ADAL" clId="{F64AC934-A852-4C8B-BFA7-A48B7EF1892F}" dt="2026-07-21T15:32:16.174" v="37641" actId="14100"/>
          <ac:spMkLst>
            <pc:docMk/>
            <pc:sldMk cId="2592525067" sldId="266"/>
            <ac:spMk id="9" creationId="{127D29B0-10B7-89B0-CDA6-C110155EDB2E}"/>
          </ac:spMkLst>
        </pc:spChg>
        <pc:spChg chg="mod">
          <ac:chgData name="Saul Varshavsky" userId="e8e93936-3c44-4ed8-962b-cba2c196debd" providerId="ADAL" clId="{F64AC934-A852-4C8B-BFA7-A48B7EF1892F}" dt="2026-07-19T15:21:35.773" v="12568" actId="1076"/>
          <ac:spMkLst>
            <pc:docMk/>
            <pc:sldMk cId="2592525067" sldId="266"/>
            <ac:spMk id="10" creationId="{6E04AE9B-C488-5693-E0DC-F7BACE211ACB}"/>
          </ac:spMkLst>
        </pc:spChg>
        <pc:spChg chg="mod">
          <ac:chgData name="Saul Varshavsky" userId="e8e93936-3c44-4ed8-962b-cba2c196debd" providerId="ADAL" clId="{F64AC934-A852-4C8B-BFA7-A48B7EF1892F}" dt="2026-07-19T15:21:48.363" v="12573" actId="1076"/>
          <ac:spMkLst>
            <pc:docMk/>
            <pc:sldMk cId="2592525067" sldId="266"/>
            <ac:spMk id="11" creationId="{4AD0917B-EEBB-8B7C-1D02-50C98046A8CF}"/>
          </ac:spMkLst>
        </pc:spChg>
        <pc:spChg chg="add mod">
          <ac:chgData name="Saul Varshavsky" userId="e8e93936-3c44-4ed8-962b-cba2c196debd" providerId="ADAL" clId="{F64AC934-A852-4C8B-BFA7-A48B7EF1892F}" dt="2026-07-19T15:21:41.273" v="12570" actId="1076"/>
          <ac:spMkLst>
            <pc:docMk/>
            <pc:sldMk cId="2592525067" sldId="266"/>
            <ac:spMk id="21" creationId="{3169B7B6-04E6-BBB1-6CD2-9C8ADD90FFEC}"/>
          </ac:spMkLst>
        </pc:spChg>
        <pc:spChg chg="add mod">
          <ac:chgData name="Saul Varshavsky" userId="e8e93936-3c44-4ed8-962b-cba2c196debd" providerId="ADAL" clId="{F64AC934-A852-4C8B-BFA7-A48B7EF1892F}" dt="2026-07-19T15:22:07.871" v="12579" actId="1076"/>
          <ac:spMkLst>
            <pc:docMk/>
            <pc:sldMk cId="2592525067" sldId="266"/>
            <ac:spMk id="24" creationId="{03D01842-3DEB-CE34-5EC2-970DC33500E8}"/>
          </ac:spMkLst>
        </pc:spChg>
        <pc:spChg chg="add mod">
          <ac:chgData name="Saul Varshavsky" userId="e8e93936-3c44-4ed8-962b-cba2c196debd" providerId="ADAL" clId="{F64AC934-A852-4C8B-BFA7-A48B7EF1892F}" dt="2026-07-19T15:22:27.884" v="12599" actId="1076"/>
          <ac:spMkLst>
            <pc:docMk/>
            <pc:sldMk cId="2592525067" sldId="266"/>
            <ac:spMk id="32" creationId="{829D6226-8CD5-198D-C631-266094EAC527}"/>
          </ac:spMkLst>
        </pc:spChg>
        <pc:cxnChg chg="mod">
          <ac:chgData name="Saul Varshavsky" userId="e8e93936-3c44-4ed8-962b-cba2c196debd" providerId="ADAL" clId="{F64AC934-A852-4C8B-BFA7-A48B7EF1892F}" dt="2026-07-19T15:21:54.445" v="12575" actId="14100"/>
          <ac:cxnSpMkLst>
            <pc:docMk/>
            <pc:sldMk cId="2592525067" sldId="266"/>
            <ac:cxnSpMk id="4" creationId="{D460CFB0-7916-CD55-592B-340A41D4AF47}"/>
          </ac:cxnSpMkLst>
        </pc:cxnChg>
        <pc:cxnChg chg="add mod">
          <ac:chgData name="Saul Varshavsky" userId="e8e93936-3c44-4ed8-962b-cba2c196debd" providerId="ADAL" clId="{F64AC934-A852-4C8B-BFA7-A48B7EF1892F}" dt="2026-07-19T15:21:45.568" v="12572" actId="14100"/>
          <ac:cxnSpMkLst>
            <pc:docMk/>
            <pc:sldMk cId="2592525067" sldId="266"/>
            <ac:cxnSpMk id="14" creationId="{E58590E5-3EDB-48E9-E55B-2C81ECA79399}"/>
          </ac:cxnSpMkLst>
        </pc:cxnChg>
        <pc:cxnChg chg="add mod">
          <ac:chgData name="Saul Varshavsky" userId="e8e93936-3c44-4ed8-962b-cba2c196debd" providerId="ADAL" clId="{F64AC934-A852-4C8B-BFA7-A48B7EF1892F}" dt="2026-07-19T15:21:38.952" v="12569" actId="1076"/>
          <ac:cxnSpMkLst>
            <pc:docMk/>
            <pc:sldMk cId="2592525067" sldId="266"/>
            <ac:cxnSpMk id="17" creationId="{71B39E97-5894-D935-35D9-F4A8895B922A}"/>
          </ac:cxnSpMkLst>
        </pc:cxnChg>
        <pc:cxnChg chg="add mod">
          <ac:chgData name="Saul Varshavsky" userId="e8e93936-3c44-4ed8-962b-cba2c196debd" providerId="ADAL" clId="{F64AC934-A852-4C8B-BFA7-A48B7EF1892F}" dt="2026-07-19T15:22:45.001" v="12603" actId="1076"/>
          <ac:cxnSpMkLst>
            <pc:docMk/>
            <pc:sldMk cId="2592525067" sldId="266"/>
            <ac:cxnSpMk id="35" creationId="{5BF27637-D7DA-0ED7-71C5-C6876CBE9934}"/>
          </ac:cxnSpMkLst>
        </pc:cxnChg>
        <pc:cxnChg chg="add mod">
          <ac:chgData name="Saul Varshavsky" userId="e8e93936-3c44-4ed8-962b-cba2c196debd" providerId="ADAL" clId="{F64AC934-A852-4C8B-BFA7-A48B7EF1892F}" dt="2026-07-19T15:22:55.495" v="12608" actId="14100"/>
          <ac:cxnSpMkLst>
            <pc:docMk/>
            <pc:sldMk cId="2592525067" sldId="266"/>
            <ac:cxnSpMk id="37" creationId="{7D15BCCC-F092-23F2-8D8F-80AEDAE67D8E}"/>
          </ac:cxnSpMkLst>
        </pc:cxnChg>
      </pc:sldChg>
      <pc:sldChg chg="addSp delSp modSp add mod modAnim">
        <pc:chgData name="Saul Varshavsky" userId="e8e93936-3c44-4ed8-962b-cba2c196debd" providerId="ADAL" clId="{F64AC934-A852-4C8B-BFA7-A48B7EF1892F}" dt="2026-07-21T15:17:00.795" v="37486"/>
        <pc:sldMkLst>
          <pc:docMk/>
          <pc:sldMk cId="2104377555" sldId="267"/>
        </pc:sldMkLst>
        <pc:spChg chg="mod">
          <ac:chgData name="Saul Varshavsky" userId="e8e93936-3c44-4ed8-962b-cba2c196debd" providerId="ADAL" clId="{F64AC934-A852-4C8B-BFA7-A48B7EF1892F}" dt="2026-07-19T15:25:43.407" v="12631" actId="20577"/>
          <ac:spMkLst>
            <pc:docMk/>
            <pc:sldMk cId="2104377555" sldId="267"/>
            <ac:spMk id="2" creationId="{F2B24794-6B5B-9F23-F16A-E72F147C38C6}"/>
          </ac:spMkLst>
        </pc:spChg>
        <pc:spChg chg="mod">
          <ac:chgData name="Saul Varshavsky" userId="e8e93936-3c44-4ed8-962b-cba2c196debd" providerId="ADAL" clId="{F64AC934-A852-4C8B-BFA7-A48B7EF1892F}" dt="2026-07-19T15:37:09.101" v="13482" actId="114"/>
          <ac:spMkLst>
            <pc:docMk/>
            <pc:sldMk cId="2104377555" sldId="267"/>
            <ac:spMk id="3" creationId="{445FC397-4A71-6637-8821-342401C5D7BA}"/>
          </ac:spMkLst>
        </pc:spChg>
        <pc:spChg chg="mod">
          <ac:chgData name="Saul Varshavsky" userId="e8e93936-3c44-4ed8-962b-cba2c196debd" providerId="ADAL" clId="{F64AC934-A852-4C8B-BFA7-A48B7EF1892F}" dt="2026-07-19T15:40:56.107" v="13586" actId="1076"/>
          <ac:spMkLst>
            <pc:docMk/>
            <pc:sldMk cId="2104377555" sldId="267"/>
            <ac:spMk id="9" creationId="{225451F2-2B25-0CC6-7067-98729D69519B}"/>
          </ac:spMkLst>
        </pc:spChg>
        <pc:spChg chg="mod">
          <ac:chgData name="Saul Varshavsky" userId="e8e93936-3c44-4ed8-962b-cba2c196debd" providerId="ADAL" clId="{F64AC934-A852-4C8B-BFA7-A48B7EF1892F}" dt="2026-07-19T15:42:01.495" v="13638" actId="1076"/>
          <ac:spMkLst>
            <pc:docMk/>
            <pc:sldMk cId="2104377555" sldId="267"/>
            <ac:spMk id="10" creationId="{AD554284-AAD6-AFB6-2157-3E3F5966C867}"/>
          </ac:spMkLst>
        </pc:spChg>
        <pc:spChg chg="add mod">
          <ac:chgData name="Saul Varshavsky" userId="e8e93936-3c44-4ed8-962b-cba2c196debd" providerId="ADAL" clId="{F64AC934-A852-4C8B-BFA7-A48B7EF1892F}" dt="2026-07-19T15:41:02.855" v="13588" actId="1076"/>
          <ac:spMkLst>
            <pc:docMk/>
            <pc:sldMk cId="2104377555" sldId="267"/>
            <ac:spMk id="13" creationId="{73F10DEC-6B07-0F69-220C-14366350288E}"/>
          </ac:spMkLst>
        </pc:spChg>
        <pc:spChg chg="mod">
          <ac:chgData name="Saul Varshavsky" userId="e8e93936-3c44-4ed8-962b-cba2c196debd" providerId="ADAL" clId="{F64AC934-A852-4C8B-BFA7-A48B7EF1892F}" dt="2026-07-19T15:41:11.110" v="13590" actId="1076"/>
          <ac:spMkLst>
            <pc:docMk/>
            <pc:sldMk cId="2104377555" sldId="267"/>
            <ac:spMk id="24" creationId="{269927C3-2CDB-957D-FBEC-61FE7E5F5E77}"/>
          </ac:spMkLst>
        </pc:spChg>
        <pc:cxnChg chg="add mod">
          <ac:chgData name="Saul Varshavsky" userId="e8e93936-3c44-4ed8-962b-cba2c196debd" providerId="ADAL" clId="{F64AC934-A852-4C8B-BFA7-A48B7EF1892F}" dt="2026-07-19T15:41:06.545" v="13589" actId="1076"/>
          <ac:cxnSpMkLst>
            <pc:docMk/>
            <pc:sldMk cId="2104377555" sldId="267"/>
            <ac:cxnSpMk id="5" creationId="{60624A9A-2842-7870-6663-E70388313D93}"/>
          </ac:cxnSpMkLst>
        </pc:cxnChg>
        <pc:cxnChg chg="add mod">
          <ac:chgData name="Saul Varshavsky" userId="e8e93936-3c44-4ed8-962b-cba2c196debd" providerId="ADAL" clId="{F64AC934-A852-4C8B-BFA7-A48B7EF1892F}" dt="2026-07-19T15:40:59.751" v="13587" actId="1076"/>
          <ac:cxnSpMkLst>
            <pc:docMk/>
            <pc:sldMk cId="2104377555" sldId="267"/>
            <ac:cxnSpMk id="6" creationId="{62814B69-7DC5-2CA9-0A0F-FDE5169022A5}"/>
          </ac:cxnSpMkLst>
        </pc:cxnChg>
        <pc:cxnChg chg="add mod">
          <ac:chgData name="Saul Varshavsky" userId="e8e93936-3c44-4ed8-962b-cba2c196debd" providerId="ADAL" clId="{F64AC934-A852-4C8B-BFA7-A48B7EF1892F}" dt="2026-07-19T15:42:08.899" v="13640" actId="14100"/>
          <ac:cxnSpMkLst>
            <pc:docMk/>
            <pc:sldMk cId="2104377555" sldId="267"/>
            <ac:cxnSpMk id="20" creationId="{AA27F44D-AB6B-3244-3E12-E94F162D2CE6}"/>
          </ac:cxnSpMkLst>
        </pc:cxnChg>
      </pc:sldChg>
      <pc:sldChg chg="addSp delSp modSp add mod ord modAnim">
        <pc:chgData name="Saul Varshavsky" userId="e8e93936-3c44-4ed8-962b-cba2c196debd" providerId="ADAL" clId="{F64AC934-A852-4C8B-BFA7-A48B7EF1892F}" dt="2026-07-21T15:18:09.993" v="37496"/>
        <pc:sldMkLst>
          <pc:docMk/>
          <pc:sldMk cId="4241266367" sldId="268"/>
        </pc:sldMkLst>
        <pc:spChg chg="mod">
          <ac:chgData name="Saul Varshavsky" userId="e8e93936-3c44-4ed8-962b-cba2c196debd" providerId="ADAL" clId="{F64AC934-A852-4C8B-BFA7-A48B7EF1892F}" dt="2026-07-19T15:52:56.599" v="15024" actId="20577"/>
          <ac:spMkLst>
            <pc:docMk/>
            <pc:sldMk cId="4241266367" sldId="268"/>
            <ac:spMk id="2" creationId="{72457E68-08B7-85BF-F85E-1C051D65941F}"/>
          </ac:spMkLst>
        </pc:spChg>
        <pc:spChg chg="mod">
          <ac:chgData name="Saul Varshavsky" userId="e8e93936-3c44-4ed8-962b-cba2c196debd" providerId="ADAL" clId="{F64AC934-A852-4C8B-BFA7-A48B7EF1892F}" dt="2026-07-19T15:52:15.839" v="15015" actId="20577"/>
          <ac:spMkLst>
            <pc:docMk/>
            <pc:sldMk cId="4241266367" sldId="268"/>
            <ac:spMk id="3" creationId="{D7BF9C85-C691-5C90-40B4-7346257B7C14}"/>
          </ac:spMkLst>
        </pc:spChg>
        <pc:spChg chg="mod">
          <ac:chgData name="Saul Varshavsky" userId="e8e93936-3c44-4ed8-962b-cba2c196debd" providerId="ADAL" clId="{F64AC934-A852-4C8B-BFA7-A48B7EF1892F}" dt="2026-07-19T16:02:48.884" v="15509" actId="1076"/>
          <ac:spMkLst>
            <pc:docMk/>
            <pc:sldMk cId="4241266367" sldId="268"/>
            <ac:spMk id="9" creationId="{E48B74D2-CB2C-2340-4D92-379950264423}"/>
          </ac:spMkLst>
        </pc:spChg>
        <pc:spChg chg="add mod">
          <ac:chgData name="Saul Varshavsky" userId="e8e93936-3c44-4ed8-962b-cba2c196debd" providerId="ADAL" clId="{F64AC934-A852-4C8B-BFA7-A48B7EF1892F}" dt="2026-07-19T16:01:09.884" v="15459" actId="1076"/>
          <ac:spMkLst>
            <pc:docMk/>
            <pc:sldMk cId="4241266367" sldId="268"/>
            <ac:spMk id="11" creationId="{0DBCC13F-F3F3-7D62-A65A-569C31FA73C4}"/>
          </ac:spMkLst>
        </pc:spChg>
        <pc:spChg chg="mod">
          <ac:chgData name="Saul Varshavsky" userId="e8e93936-3c44-4ed8-962b-cba2c196debd" providerId="ADAL" clId="{F64AC934-A852-4C8B-BFA7-A48B7EF1892F}" dt="2026-07-19T15:59:01.850" v="15414" actId="1076"/>
          <ac:spMkLst>
            <pc:docMk/>
            <pc:sldMk cId="4241266367" sldId="268"/>
            <ac:spMk id="22" creationId="{F80FE514-34A8-B378-13C2-D89EDACF9A0C}"/>
          </ac:spMkLst>
        </pc:spChg>
        <pc:spChg chg="mod">
          <ac:chgData name="Saul Varshavsky" userId="e8e93936-3c44-4ed8-962b-cba2c196debd" providerId="ADAL" clId="{F64AC934-A852-4C8B-BFA7-A48B7EF1892F}" dt="2026-07-19T15:58:51.551" v="15411" actId="1076"/>
          <ac:spMkLst>
            <pc:docMk/>
            <pc:sldMk cId="4241266367" sldId="268"/>
            <ac:spMk id="23" creationId="{9385E39F-3EF6-DABA-789E-50F1C0CF2C35}"/>
          </ac:spMkLst>
        </pc:spChg>
        <pc:spChg chg="mod">
          <ac:chgData name="Saul Varshavsky" userId="e8e93936-3c44-4ed8-962b-cba2c196debd" providerId="ADAL" clId="{F64AC934-A852-4C8B-BFA7-A48B7EF1892F}" dt="2026-07-19T16:02:38.398" v="15508" actId="14100"/>
          <ac:spMkLst>
            <pc:docMk/>
            <pc:sldMk cId="4241266367" sldId="268"/>
            <ac:spMk id="30" creationId="{FE142794-5B69-6E91-0855-E6A93DF1EB45}"/>
          </ac:spMkLst>
        </pc:spChg>
        <pc:cxnChg chg="add mod">
          <ac:chgData name="Saul Varshavsky" userId="e8e93936-3c44-4ed8-962b-cba2c196debd" providerId="ADAL" clId="{F64AC934-A852-4C8B-BFA7-A48B7EF1892F}" dt="2026-07-19T16:01:37.905" v="15467" actId="14100"/>
          <ac:cxnSpMkLst>
            <pc:docMk/>
            <pc:sldMk cId="4241266367" sldId="268"/>
            <ac:cxnSpMk id="12" creationId="{D352D6D4-C1CE-0808-8EFE-FF2FAF48C59B}"/>
          </ac:cxnSpMkLst>
        </pc:cxnChg>
        <pc:cxnChg chg="mod">
          <ac:chgData name="Saul Varshavsky" userId="e8e93936-3c44-4ed8-962b-cba2c196debd" providerId="ADAL" clId="{F64AC934-A852-4C8B-BFA7-A48B7EF1892F}" dt="2026-07-19T15:59:18.419" v="15419" actId="14100"/>
          <ac:cxnSpMkLst>
            <pc:docMk/>
            <pc:sldMk cId="4241266367" sldId="268"/>
            <ac:cxnSpMk id="27" creationId="{AE1FC327-3430-B539-D86F-604FD0622B34}"/>
          </ac:cxnSpMkLst>
        </pc:cxnChg>
        <pc:cxnChg chg="mod">
          <ac:chgData name="Saul Varshavsky" userId="e8e93936-3c44-4ed8-962b-cba2c196debd" providerId="ADAL" clId="{F64AC934-A852-4C8B-BFA7-A48B7EF1892F}" dt="2026-07-19T16:02:28.747" v="15505" actId="14100"/>
          <ac:cxnSpMkLst>
            <pc:docMk/>
            <pc:sldMk cId="4241266367" sldId="268"/>
            <ac:cxnSpMk id="33" creationId="{00ED7765-BE94-AC5D-ADEF-3D629C8BB173}"/>
          </ac:cxnSpMkLst>
        </pc:cxnChg>
      </pc:sldChg>
      <pc:sldChg chg="addSp delSp modSp add mod ord modAnim">
        <pc:chgData name="Saul Varshavsky" userId="e8e93936-3c44-4ed8-962b-cba2c196debd" providerId="ADAL" clId="{F64AC934-A852-4C8B-BFA7-A48B7EF1892F}" dt="2026-07-21T15:19:11.569" v="37505"/>
        <pc:sldMkLst>
          <pc:docMk/>
          <pc:sldMk cId="3969242744" sldId="269"/>
        </pc:sldMkLst>
        <pc:spChg chg="mod">
          <ac:chgData name="Saul Varshavsky" userId="e8e93936-3c44-4ed8-962b-cba2c196debd" providerId="ADAL" clId="{F64AC934-A852-4C8B-BFA7-A48B7EF1892F}" dt="2026-07-19T16:05:41.456" v="15534" actId="20577"/>
          <ac:spMkLst>
            <pc:docMk/>
            <pc:sldMk cId="3969242744" sldId="269"/>
            <ac:spMk id="2" creationId="{CF306B17-B4C3-A3D4-892F-989697986684}"/>
          </ac:spMkLst>
        </pc:spChg>
        <pc:spChg chg="mod">
          <ac:chgData name="Saul Varshavsky" userId="e8e93936-3c44-4ed8-962b-cba2c196debd" providerId="ADAL" clId="{F64AC934-A852-4C8B-BFA7-A48B7EF1892F}" dt="2026-07-19T16:16:37.857" v="16996" actId="20577"/>
          <ac:spMkLst>
            <pc:docMk/>
            <pc:sldMk cId="3969242744" sldId="269"/>
            <ac:spMk id="3" creationId="{BCECE6DA-E3DA-BDEA-E726-42DE878C6A52}"/>
          </ac:spMkLst>
        </pc:spChg>
        <pc:spChg chg="mod">
          <ac:chgData name="Saul Varshavsky" userId="e8e93936-3c44-4ed8-962b-cba2c196debd" providerId="ADAL" clId="{F64AC934-A852-4C8B-BFA7-A48B7EF1892F}" dt="2026-07-19T16:12:42.970" v="16714" actId="20577"/>
          <ac:spMkLst>
            <pc:docMk/>
            <pc:sldMk cId="3969242744" sldId="269"/>
            <ac:spMk id="9" creationId="{31C5C4A3-F136-00B3-AFAA-F07E514FC445}"/>
          </ac:spMkLst>
        </pc:spChg>
        <pc:spChg chg="mod">
          <ac:chgData name="Saul Varshavsky" userId="e8e93936-3c44-4ed8-962b-cba2c196debd" providerId="ADAL" clId="{F64AC934-A852-4C8B-BFA7-A48B7EF1892F}" dt="2026-07-19T16:13:58.498" v="16776" actId="1076"/>
          <ac:spMkLst>
            <pc:docMk/>
            <pc:sldMk cId="3969242744" sldId="269"/>
            <ac:spMk id="10" creationId="{0D293711-6052-68AA-94C7-C47DA983E5C0}"/>
          </ac:spMkLst>
        </pc:spChg>
        <pc:spChg chg="add mod">
          <ac:chgData name="Saul Varshavsky" userId="e8e93936-3c44-4ed8-962b-cba2c196debd" providerId="ADAL" clId="{F64AC934-A852-4C8B-BFA7-A48B7EF1892F}" dt="2026-07-19T16:14:26.148" v="16828" actId="20577"/>
          <ac:spMkLst>
            <pc:docMk/>
            <pc:sldMk cId="3969242744" sldId="269"/>
            <ac:spMk id="15" creationId="{BC0FE562-34C7-0B81-C8F8-E9F25F64C222}"/>
          </ac:spMkLst>
        </pc:spChg>
        <pc:spChg chg="add mod">
          <ac:chgData name="Saul Varshavsky" userId="e8e93936-3c44-4ed8-962b-cba2c196debd" providerId="ADAL" clId="{F64AC934-A852-4C8B-BFA7-A48B7EF1892F}" dt="2026-07-19T16:14:57.437" v="16876" actId="14100"/>
          <ac:spMkLst>
            <pc:docMk/>
            <pc:sldMk cId="3969242744" sldId="269"/>
            <ac:spMk id="19" creationId="{5B86D717-6639-3D85-9AD6-0F1A0A1C6403}"/>
          </ac:spMkLst>
        </pc:spChg>
        <pc:spChg chg="add mod">
          <ac:chgData name="Saul Varshavsky" userId="e8e93936-3c44-4ed8-962b-cba2c196debd" providerId="ADAL" clId="{F64AC934-A852-4C8B-BFA7-A48B7EF1892F}" dt="2026-07-19T16:15:33.023" v="16938" actId="20577"/>
          <ac:spMkLst>
            <pc:docMk/>
            <pc:sldMk cId="3969242744" sldId="269"/>
            <ac:spMk id="25" creationId="{DD28A07B-5177-D141-00DA-EB3BC328264D}"/>
          </ac:spMkLst>
        </pc:spChg>
        <pc:cxnChg chg="mod">
          <ac:chgData name="Saul Varshavsky" userId="e8e93936-3c44-4ed8-962b-cba2c196debd" providerId="ADAL" clId="{F64AC934-A852-4C8B-BFA7-A48B7EF1892F}" dt="2026-07-19T16:13:01.439" v="16722" actId="1076"/>
          <ac:cxnSpMkLst>
            <pc:docMk/>
            <pc:sldMk cId="3969242744" sldId="269"/>
            <ac:cxnSpMk id="5" creationId="{ADEEF349-A921-03E1-0000-185C715F6C2D}"/>
          </ac:cxnSpMkLst>
        </pc:cxnChg>
        <pc:cxnChg chg="add mod">
          <ac:chgData name="Saul Varshavsky" userId="e8e93936-3c44-4ed8-962b-cba2c196debd" providerId="ADAL" clId="{F64AC934-A852-4C8B-BFA7-A48B7EF1892F}" dt="2026-07-19T16:14:09.915" v="16781" actId="1076"/>
          <ac:cxnSpMkLst>
            <pc:docMk/>
            <pc:sldMk cId="3969242744" sldId="269"/>
            <ac:cxnSpMk id="11" creationId="{9D78B149-DFA8-D7CF-9AFE-532ABC7D55CE}"/>
          </ac:cxnSpMkLst>
        </pc:cxnChg>
        <pc:cxnChg chg="add mod">
          <ac:chgData name="Saul Varshavsky" userId="e8e93936-3c44-4ed8-962b-cba2c196debd" providerId="ADAL" clId="{F64AC934-A852-4C8B-BFA7-A48B7EF1892F}" dt="2026-07-19T16:14:35.137" v="16831" actId="14100"/>
          <ac:cxnSpMkLst>
            <pc:docMk/>
            <pc:sldMk cId="3969242744" sldId="269"/>
            <ac:cxnSpMk id="16" creationId="{0B908689-CEC2-0457-F08E-608D7A39E3F6}"/>
          </ac:cxnSpMkLst>
        </pc:cxnChg>
        <pc:cxnChg chg="add mod">
          <ac:chgData name="Saul Varshavsky" userId="e8e93936-3c44-4ed8-962b-cba2c196debd" providerId="ADAL" clId="{F64AC934-A852-4C8B-BFA7-A48B7EF1892F}" dt="2026-07-19T16:15:10.273" v="16879" actId="14100"/>
          <ac:cxnSpMkLst>
            <pc:docMk/>
            <pc:sldMk cId="3969242744" sldId="269"/>
            <ac:cxnSpMk id="21" creationId="{750AE096-053D-F966-03A9-779FE3AC555F}"/>
          </ac:cxnSpMkLst>
        </pc:cxnChg>
      </pc:sldChg>
      <pc:sldChg chg="addSp delSp modSp add mod modAnim">
        <pc:chgData name="Saul Varshavsky" userId="e8e93936-3c44-4ed8-962b-cba2c196debd" providerId="ADAL" clId="{F64AC934-A852-4C8B-BFA7-A48B7EF1892F}" dt="2026-07-21T15:20:06.964" v="37513"/>
        <pc:sldMkLst>
          <pc:docMk/>
          <pc:sldMk cId="3983040442" sldId="270"/>
        </pc:sldMkLst>
        <pc:spChg chg="mod">
          <ac:chgData name="Saul Varshavsky" userId="e8e93936-3c44-4ed8-962b-cba2c196debd" providerId="ADAL" clId="{F64AC934-A852-4C8B-BFA7-A48B7EF1892F}" dt="2026-07-19T16:17:58.900" v="17014" actId="20577"/>
          <ac:spMkLst>
            <pc:docMk/>
            <pc:sldMk cId="3983040442" sldId="270"/>
            <ac:spMk id="2" creationId="{78B60C07-4785-3288-FD8E-30785EA3AD36}"/>
          </ac:spMkLst>
        </pc:spChg>
        <pc:spChg chg="mod">
          <ac:chgData name="Saul Varshavsky" userId="e8e93936-3c44-4ed8-962b-cba2c196debd" providerId="ADAL" clId="{F64AC934-A852-4C8B-BFA7-A48B7EF1892F}" dt="2026-07-19T16:26:18.910" v="18079" actId="20577"/>
          <ac:spMkLst>
            <pc:docMk/>
            <pc:sldMk cId="3983040442" sldId="270"/>
            <ac:spMk id="3" creationId="{2438046E-E201-21BD-087D-FC4B2BB95426}"/>
          </ac:spMkLst>
        </pc:spChg>
        <pc:spChg chg="add mod">
          <ac:chgData name="Saul Varshavsky" userId="e8e93936-3c44-4ed8-962b-cba2c196debd" providerId="ADAL" clId="{F64AC934-A852-4C8B-BFA7-A48B7EF1892F}" dt="2026-07-19T16:31:21.540" v="18123" actId="1076"/>
          <ac:spMkLst>
            <pc:docMk/>
            <pc:sldMk cId="3983040442" sldId="270"/>
            <ac:spMk id="8" creationId="{A82E2F02-BA8E-4D17-64EF-2DF8B2FA6B4D}"/>
          </ac:spMkLst>
        </pc:spChg>
        <pc:spChg chg="mod">
          <ac:chgData name="Saul Varshavsky" userId="e8e93936-3c44-4ed8-962b-cba2c196debd" providerId="ADAL" clId="{F64AC934-A852-4C8B-BFA7-A48B7EF1892F}" dt="2026-07-19T16:31:18.991" v="18122" actId="1076"/>
          <ac:spMkLst>
            <pc:docMk/>
            <pc:sldMk cId="3983040442" sldId="270"/>
            <ac:spMk id="9" creationId="{25437EEE-1676-A839-8733-AA4493CA1F16}"/>
          </ac:spMkLst>
        </pc:spChg>
        <pc:spChg chg="add mod">
          <ac:chgData name="Saul Varshavsky" userId="e8e93936-3c44-4ed8-962b-cba2c196debd" providerId="ADAL" clId="{F64AC934-A852-4C8B-BFA7-A48B7EF1892F}" dt="2026-07-19T16:31:13.540" v="18120" actId="1076"/>
          <ac:spMkLst>
            <pc:docMk/>
            <pc:sldMk cId="3983040442" sldId="270"/>
            <ac:spMk id="22" creationId="{1CC4B789-7127-0D44-AF05-7A6B85BAA732}"/>
          </ac:spMkLst>
        </pc:spChg>
        <pc:cxnChg chg="add mod">
          <ac:chgData name="Saul Varshavsky" userId="e8e93936-3c44-4ed8-962b-cba2c196debd" providerId="ADAL" clId="{F64AC934-A852-4C8B-BFA7-A48B7EF1892F}" dt="2026-07-19T16:31:23.861" v="18124" actId="1076"/>
          <ac:cxnSpMkLst>
            <pc:docMk/>
            <pc:sldMk cId="3983040442" sldId="270"/>
            <ac:cxnSpMk id="4" creationId="{4540A39B-990B-FC85-3284-02027A056CC6}"/>
          </ac:cxnSpMkLst>
        </pc:cxnChg>
        <pc:cxnChg chg="add mod">
          <ac:chgData name="Saul Varshavsky" userId="e8e93936-3c44-4ed8-962b-cba2c196debd" providerId="ADAL" clId="{F64AC934-A852-4C8B-BFA7-A48B7EF1892F}" dt="2026-07-19T16:31:16.634" v="18121" actId="1076"/>
          <ac:cxnSpMkLst>
            <pc:docMk/>
            <pc:sldMk cId="3983040442" sldId="270"/>
            <ac:cxnSpMk id="13" creationId="{146F6FD8-F122-605F-E2B9-A8207F3CCA4A}"/>
          </ac:cxnSpMkLst>
        </pc:cxnChg>
      </pc:sldChg>
      <pc:sldChg chg="modSp add mod ord">
        <pc:chgData name="Saul Varshavsky" userId="e8e93936-3c44-4ed8-962b-cba2c196debd" providerId="ADAL" clId="{F64AC934-A852-4C8B-BFA7-A48B7EF1892F}" dt="2026-07-19T16:34:22.524" v="18189" actId="20577"/>
        <pc:sldMkLst>
          <pc:docMk/>
          <pc:sldMk cId="451624003" sldId="271"/>
        </pc:sldMkLst>
        <pc:spChg chg="mod">
          <ac:chgData name="Saul Varshavsky" userId="e8e93936-3c44-4ed8-962b-cba2c196debd" providerId="ADAL" clId="{F64AC934-A852-4C8B-BFA7-A48B7EF1892F}" dt="2026-07-19T16:33:12.091" v="18157" actId="20577"/>
          <ac:spMkLst>
            <pc:docMk/>
            <pc:sldMk cId="451624003" sldId="271"/>
            <ac:spMk id="2" creationId="{E9AE0C3B-161F-2712-3472-55DADE241D53}"/>
          </ac:spMkLst>
        </pc:spChg>
        <pc:spChg chg="mod">
          <ac:chgData name="Saul Varshavsky" userId="e8e93936-3c44-4ed8-962b-cba2c196debd" providerId="ADAL" clId="{F64AC934-A852-4C8B-BFA7-A48B7EF1892F}" dt="2026-07-19T16:34:22.524" v="18189" actId="20577"/>
          <ac:spMkLst>
            <pc:docMk/>
            <pc:sldMk cId="451624003" sldId="271"/>
            <ac:spMk id="3" creationId="{33359F31-02AA-2C88-8575-2714A45319C5}"/>
          </ac:spMkLst>
        </pc:spChg>
      </pc:sldChg>
      <pc:sldChg chg="addSp delSp modSp add mod ord modAnim">
        <pc:chgData name="Saul Varshavsky" userId="e8e93936-3c44-4ed8-962b-cba2c196debd" providerId="ADAL" clId="{F64AC934-A852-4C8B-BFA7-A48B7EF1892F}" dt="2026-07-21T15:21:29.625" v="37526"/>
        <pc:sldMkLst>
          <pc:docMk/>
          <pc:sldMk cId="2443179881" sldId="272"/>
        </pc:sldMkLst>
        <pc:spChg chg="mod">
          <ac:chgData name="Saul Varshavsky" userId="e8e93936-3c44-4ed8-962b-cba2c196debd" providerId="ADAL" clId="{F64AC934-A852-4C8B-BFA7-A48B7EF1892F}" dt="2026-07-19T16:49:41.307" v="18216" actId="20577"/>
          <ac:spMkLst>
            <pc:docMk/>
            <pc:sldMk cId="2443179881" sldId="272"/>
            <ac:spMk id="2" creationId="{4A056F5B-612B-9719-0FB4-9508544070FA}"/>
          </ac:spMkLst>
        </pc:spChg>
        <pc:spChg chg="mod">
          <ac:chgData name="Saul Varshavsky" userId="e8e93936-3c44-4ed8-962b-cba2c196debd" providerId="ADAL" clId="{F64AC934-A852-4C8B-BFA7-A48B7EF1892F}" dt="2026-07-19T17:02:33.561" v="19987" actId="20577"/>
          <ac:spMkLst>
            <pc:docMk/>
            <pc:sldMk cId="2443179881" sldId="272"/>
            <ac:spMk id="3" creationId="{331DEFB1-38DB-47BF-AD3B-446DF1048755}"/>
          </ac:spMkLst>
        </pc:spChg>
        <pc:spChg chg="add mod">
          <ac:chgData name="Saul Varshavsky" userId="e8e93936-3c44-4ed8-962b-cba2c196debd" providerId="ADAL" clId="{F64AC934-A852-4C8B-BFA7-A48B7EF1892F}" dt="2026-07-19T17:04:30.061" v="20074" actId="20577"/>
          <ac:spMkLst>
            <pc:docMk/>
            <pc:sldMk cId="2443179881" sldId="272"/>
            <ac:spMk id="5" creationId="{4FBA06CD-DF18-9CCF-6F88-80CE4BAA3B84}"/>
          </ac:spMkLst>
        </pc:spChg>
        <pc:spChg chg="add mod">
          <ac:chgData name="Saul Varshavsky" userId="e8e93936-3c44-4ed8-962b-cba2c196debd" providerId="ADAL" clId="{F64AC934-A852-4C8B-BFA7-A48B7EF1892F}" dt="2026-07-19T17:04:53.392" v="20098" actId="20577"/>
          <ac:spMkLst>
            <pc:docMk/>
            <pc:sldMk cId="2443179881" sldId="272"/>
            <ac:spMk id="8" creationId="{34A28265-4980-2907-A877-0EEF0FCF60C7}"/>
          </ac:spMkLst>
        </pc:spChg>
        <pc:spChg chg="mod">
          <ac:chgData name="Saul Varshavsky" userId="e8e93936-3c44-4ed8-962b-cba2c196debd" providerId="ADAL" clId="{F64AC934-A852-4C8B-BFA7-A48B7EF1892F}" dt="2026-07-19T17:03:47.975" v="20058" actId="1076"/>
          <ac:spMkLst>
            <pc:docMk/>
            <pc:sldMk cId="2443179881" sldId="272"/>
            <ac:spMk id="15" creationId="{2396A06A-A83B-1A42-FC8D-D546A9FEF5B0}"/>
          </ac:spMkLst>
        </pc:spChg>
        <pc:spChg chg="add mod">
          <ac:chgData name="Saul Varshavsky" userId="e8e93936-3c44-4ed8-962b-cba2c196debd" providerId="ADAL" clId="{F64AC934-A852-4C8B-BFA7-A48B7EF1892F}" dt="2026-07-19T17:06:52.557" v="20163" actId="20577"/>
          <ac:spMkLst>
            <pc:docMk/>
            <pc:sldMk cId="2443179881" sldId="272"/>
            <ac:spMk id="20" creationId="{FA34973A-E2E3-FF4B-B1B9-3F801DA3EDC2}"/>
          </ac:spMkLst>
        </pc:spChg>
        <pc:spChg chg="add mod">
          <ac:chgData name="Saul Varshavsky" userId="e8e93936-3c44-4ed8-962b-cba2c196debd" providerId="ADAL" clId="{F64AC934-A852-4C8B-BFA7-A48B7EF1892F}" dt="2026-07-19T17:07:02.345" v="20165" actId="1076"/>
          <ac:spMkLst>
            <pc:docMk/>
            <pc:sldMk cId="2443179881" sldId="272"/>
            <ac:spMk id="22" creationId="{1AC4C302-A3A2-2812-EC0B-04D35718BAA5}"/>
          </ac:spMkLst>
        </pc:spChg>
        <pc:spChg chg="add mod">
          <ac:chgData name="Saul Varshavsky" userId="e8e93936-3c44-4ed8-962b-cba2c196debd" providerId="ADAL" clId="{F64AC934-A852-4C8B-BFA7-A48B7EF1892F}" dt="2026-07-19T17:09:11.114" v="20270" actId="1076"/>
          <ac:spMkLst>
            <pc:docMk/>
            <pc:sldMk cId="2443179881" sldId="272"/>
            <ac:spMk id="27" creationId="{B5F113CD-FB3C-0E6F-B2A2-AB6C0704E2C8}"/>
          </ac:spMkLst>
        </pc:spChg>
        <pc:cxnChg chg="add mod">
          <ac:chgData name="Saul Varshavsky" userId="e8e93936-3c44-4ed8-962b-cba2c196debd" providerId="ADAL" clId="{F64AC934-A852-4C8B-BFA7-A48B7EF1892F}" dt="2026-07-19T17:05:12.361" v="20102" actId="1076"/>
          <ac:cxnSpMkLst>
            <pc:docMk/>
            <pc:sldMk cId="2443179881" sldId="272"/>
            <ac:cxnSpMk id="12" creationId="{04AB9F82-B8D5-4C50-7052-74C6B1FD8769}"/>
          </ac:cxnSpMkLst>
        </pc:cxnChg>
        <pc:cxnChg chg="mod">
          <ac:chgData name="Saul Varshavsky" userId="e8e93936-3c44-4ed8-962b-cba2c196debd" providerId="ADAL" clId="{F64AC934-A852-4C8B-BFA7-A48B7EF1892F}" dt="2026-07-19T17:07:21.520" v="20169" actId="1076"/>
          <ac:cxnSpMkLst>
            <pc:docMk/>
            <pc:sldMk cId="2443179881" sldId="272"/>
            <ac:cxnSpMk id="19" creationId="{A9C8BA82-C4ED-F0A7-86AD-3C1706218B24}"/>
          </ac:cxnSpMkLst>
        </pc:cxnChg>
        <pc:cxnChg chg="add mod">
          <ac:chgData name="Saul Varshavsky" userId="e8e93936-3c44-4ed8-962b-cba2c196debd" providerId="ADAL" clId="{F64AC934-A852-4C8B-BFA7-A48B7EF1892F}" dt="2026-07-19T17:09:31.772" v="20276" actId="1076"/>
          <ac:cxnSpMkLst>
            <pc:docMk/>
            <pc:sldMk cId="2443179881" sldId="272"/>
            <ac:cxnSpMk id="28" creationId="{8780C035-942F-6291-90C8-4771377540C4}"/>
          </ac:cxnSpMkLst>
        </pc:cxnChg>
      </pc:sldChg>
      <pc:sldChg chg="addSp delSp modSp add mod ord modAnim">
        <pc:chgData name="Saul Varshavsky" userId="e8e93936-3c44-4ed8-962b-cba2c196debd" providerId="ADAL" clId="{F64AC934-A852-4C8B-BFA7-A48B7EF1892F}" dt="2026-07-21T15:22:37.807" v="37536"/>
        <pc:sldMkLst>
          <pc:docMk/>
          <pc:sldMk cId="2331319245" sldId="273"/>
        </pc:sldMkLst>
        <pc:spChg chg="mod">
          <ac:chgData name="Saul Varshavsky" userId="e8e93936-3c44-4ed8-962b-cba2c196debd" providerId="ADAL" clId="{F64AC934-A852-4C8B-BFA7-A48B7EF1892F}" dt="2026-07-19T17:12:12.471" v="20309" actId="20577"/>
          <ac:spMkLst>
            <pc:docMk/>
            <pc:sldMk cId="2331319245" sldId="273"/>
            <ac:spMk id="2" creationId="{308BE5F2-D382-1AEF-3AE1-0FEBC413C252}"/>
          </ac:spMkLst>
        </pc:spChg>
        <pc:spChg chg="mod">
          <ac:chgData name="Saul Varshavsky" userId="e8e93936-3c44-4ed8-962b-cba2c196debd" providerId="ADAL" clId="{F64AC934-A852-4C8B-BFA7-A48B7EF1892F}" dt="2026-07-19T17:20:34.869" v="21520" actId="20577"/>
          <ac:spMkLst>
            <pc:docMk/>
            <pc:sldMk cId="2331319245" sldId="273"/>
            <ac:spMk id="3" creationId="{275DDD9B-6744-AC9D-F780-D55B14324ED3}"/>
          </ac:spMkLst>
        </pc:spChg>
        <pc:spChg chg="add mod">
          <ac:chgData name="Saul Varshavsky" userId="e8e93936-3c44-4ed8-962b-cba2c196debd" providerId="ADAL" clId="{F64AC934-A852-4C8B-BFA7-A48B7EF1892F}" dt="2026-07-19T17:23:48.456" v="21649" actId="1076"/>
          <ac:spMkLst>
            <pc:docMk/>
            <pc:sldMk cId="2331319245" sldId="273"/>
            <ac:spMk id="6" creationId="{4A086BC9-8DED-251F-F22C-459743C0CA02}"/>
          </ac:spMkLst>
        </pc:spChg>
        <pc:spChg chg="add mod">
          <ac:chgData name="Saul Varshavsky" userId="e8e93936-3c44-4ed8-962b-cba2c196debd" providerId="ADAL" clId="{F64AC934-A852-4C8B-BFA7-A48B7EF1892F}" dt="2026-07-19T17:24:00.236" v="21666" actId="20577"/>
          <ac:spMkLst>
            <pc:docMk/>
            <pc:sldMk cId="2331319245" sldId="273"/>
            <ac:spMk id="10" creationId="{4F475120-E3C6-D2A8-DFA0-2D98A665CFCA}"/>
          </ac:spMkLst>
        </pc:spChg>
        <pc:spChg chg="add mod">
          <ac:chgData name="Saul Varshavsky" userId="e8e93936-3c44-4ed8-962b-cba2c196debd" providerId="ADAL" clId="{F64AC934-A852-4C8B-BFA7-A48B7EF1892F}" dt="2026-07-19T17:24:15.906" v="21688" actId="20577"/>
          <ac:spMkLst>
            <pc:docMk/>
            <pc:sldMk cId="2331319245" sldId="273"/>
            <ac:spMk id="12" creationId="{D9C65020-BA30-7A2A-D996-C2FF2DFB0C93}"/>
          </ac:spMkLst>
        </pc:spChg>
        <pc:spChg chg="mod">
          <ac:chgData name="Saul Varshavsky" userId="e8e93936-3c44-4ed8-962b-cba2c196debd" providerId="ADAL" clId="{F64AC934-A852-4C8B-BFA7-A48B7EF1892F}" dt="2026-07-19T17:23:02.850" v="21613" actId="20577"/>
          <ac:spMkLst>
            <pc:docMk/>
            <pc:sldMk cId="2331319245" sldId="273"/>
            <ac:spMk id="22" creationId="{70225052-7B9A-1E65-9172-6271A2809F30}"/>
          </ac:spMkLst>
        </pc:spChg>
        <pc:spChg chg="add mod">
          <ac:chgData name="Saul Varshavsky" userId="e8e93936-3c44-4ed8-962b-cba2c196debd" providerId="ADAL" clId="{F64AC934-A852-4C8B-BFA7-A48B7EF1892F}" dt="2026-07-19T17:26:27.577" v="21791" actId="1076"/>
          <ac:spMkLst>
            <pc:docMk/>
            <pc:sldMk cId="2331319245" sldId="273"/>
            <ac:spMk id="26" creationId="{BDD9B3C3-16B9-BBF5-D41A-642B8EC57475}"/>
          </ac:spMkLst>
        </pc:spChg>
        <pc:cxnChg chg="mod">
          <ac:chgData name="Saul Varshavsky" userId="e8e93936-3c44-4ed8-962b-cba2c196debd" providerId="ADAL" clId="{F64AC934-A852-4C8B-BFA7-A48B7EF1892F}" dt="2026-07-19T17:24:48.098" v="21702" actId="14100"/>
          <ac:cxnSpMkLst>
            <pc:docMk/>
            <pc:sldMk cId="2331319245" sldId="273"/>
            <ac:cxnSpMk id="13" creationId="{2454B1B9-7DA5-BD8D-AD68-211F6A6D801A}"/>
          </ac:cxnSpMkLst>
        </pc:cxnChg>
        <pc:cxnChg chg="add mod">
          <ac:chgData name="Saul Varshavsky" userId="e8e93936-3c44-4ed8-962b-cba2c196debd" providerId="ADAL" clId="{F64AC934-A852-4C8B-BFA7-A48B7EF1892F}" dt="2026-07-19T17:24:37.280" v="21698" actId="14100"/>
          <ac:cxnSpMkLst>
            <pc:docMk/>
            <pc:sldMk cId="2331319245" sldId="273"/>
            <ac:cxnSpMk id="17" creationId="{F0461AE7-9F52-D29F-1B90-BE35055BB0FF}"/>
          </ac:cxnSpMkLst>
        </pc:cxnChg>
        <pc:cxnChg chg="add mod">
          <ac:chgData name="Saul Varshavsky" userId="e8e93936-3c44-4ed8-962b-cba2c196debd" providerId="ADAL" clId="{F64AC934-A852-4C8B-BFA7-A48B7EF1892F}" dt="2026-07-19T17:24:45.078" v="21701" actId="14100"/>
          <ac:cxnSpMkLst>
            <pc:docMk/>
            <pc:sldMk cId="2331319245" sldId="273"/>
            <ac:cxnSpMk id="21" creationId="{E7C39014-A324-1C73-CD7E-A980ACC10C15}"/>
          </ac:cxnSpMkLst>
        </pc:cxnChg>
        <pc:cxnChg chg="add mod">
          <ac:chgData name="Saul Varshavsky" userId="e8e93936-3c44-4ed8-962b-cba2c196debd" providerId="ADAL" clId="{F64AC934-A852-4C8B-BFA7-A48B7EF1892F}" dt="2026-07-19T17:26:42.003" v="21795" actId="14100"/>
          <ac:cxnSpMkLst>
            <pc:docMk/>
            <pc:sldMk cId="2331319245" sldId="273"/>
            <ac:cxnSpMk id="27" creationId="{1085C9A5-6BDE-EAD3-6486-3B246169FEDB}"/>
          </ac:cxnSpMkLst>
        </pc:cxnChg>
      </pc:sldChg>
      <pc:sldChg chg="addSp delSp modSp add mod modAnim">
        <pc:chgData name="Saul Varshavsky" userId="e8e93936-3c44-4ed8-962b-cba2c196debd" providerId="ADAL" clId="{F64AC934-A852-4C8B-BFA7-A48B7EF1892F}" dt="2026-07-21T15:23:44.243" v="37545"/>
        <pc:sldMkLst>
          <pc:docMk/>
          <pc:sldMk cId="1901523393" sldId="274"/>
        </pc:sldMkLst>
        <pc:spChg chg="mod">
          <ac:chgData name="Saul Varshavsky" userId="e8e93936-3c44-4ed8-962b-cba2c196debd" providerId="ADAL" clId="{F64AC934-A852-4C8B-BFA7-A48B7EF1892F}" dt="2026-07-19T17:34:21.056" v="21817" actId="20577"/>
          <ac:spMkLst>
            <pc:docMk/>
            <pc:sldMk cId="1901523393" sldId="274"/>
            <ac:spMk id="2" creationId="{97C8B7FF-B7A5-A1C8-EC6E-C434B6B81433}"/>
          </ac:spMkLst>
        </pc:spChg>
        <pc:spChg chg="mod">
          <ac:chgData name="Saul Varshavsky" userId="e8e93936-3c44-4ed8-962b-cba2c196debd" providerId="ADAL" clId="{F64AC934-A852-4C8B-BFA7-A48B7EF1892F}" dt="2026-07-19T17:43:12.043" v="23312" actId="20577"/>
          <ac:spMkLst>
            <pc:docMk/>
            <pc:sldMk cId="1901523393" sldId="274"/>
            <ac:spMk id="3" creationId="{7BA4295B-B93F-284D-32FD-E0BAD34094CB}"/>
          </ac:spMkLst>
        </pc:spChg>
        <pc:spChg chg="add mod">
          <ac:chgData name="Saul Varshavsky" userId="e8e93936-3c44-4ed8-962b-cba2c196debd" providerId="ADAL" clId="{F64AC934-A852-4C8B-BFA7-A48B7EF1892F}" dt="2026-07-19T17:45:43.367" v="23482" actId="1076"/>
          <ac:spMkLst>
            <pc:docMk/>
            <pc:sldMk cId="1901523393" sldId="274"/>
            <ac:spMk id="8" creationId="{CA2325BC-41BD-F924-428B-C33B028DE441}"/>
          </ac:spMkLst>
        </pc:spChg>
        <pc:spChg chg="mod">
          <ac:chgData name="Saul Varshavsky" userId="e8e93936-3c44-4ed8-962b-cba2c196debd" providerId="ADAL" clId="{F64AC934-A852-4C8B-BFA7-A48B7EF1892F}" dt="2026-07-19T17:47:25.573" v="23538" actId="14100"/>
          <ac:spMkLst>
            <pc:docMk/>
            <pc:sldMk cId="1901523393" sldId="274"/>
            <ac:spMk id="10" creationId="{7EBE9DA2-7836-35E3-C3BF-B8076C75A8A3}"/>
          </ac:spMkLst>
        </pc:spChg>
        <pc:spChg chg="add mod">
          <ac:chgData name="Saul Varshavsky" userId="e8e93936-3c44-4ed8-962b-cba2c196debd" providerId="ADAL" clId="{F64AC934-A852-4C8B-BFA7-A48B7EF1892F}" dt="2026-07-19T17:45:55.290" v="23489" actId="1076"/>
          <ac:spMkLst>
            <pc:docMk/>
            <pc:sldMk cId="1901523393" sldId="274"/>
            <ac:spMk id="11" creationId="{CF4258E9-0221-E24C-5E7D-577BADA68257}"/>
          </ac:spMkLst>
        </pc:spChg>
        <pc:spChg chg="add mod">
          <ac:chgData name="Saul Varshavsky" userId="e8e93936-3c44-4ed8-962b-cba2c196debd" providerId="ADAL" clId="{F64AC934-A852-4C8B-BFA7-A48B7EF1892F}" dt="2026-07-19T17:48:08.096" v="23592" actId="20577"/>
          <ac:spMkLst>
            <pc:docMk/>
            <pc:sldMk cId="1901523393" sldId="274"/>
            <ac:spMk id="25" creationId="{85C868FF-C778-921A-32B2-77BA2EFAF19C}"/>
          </ac:spMkLst>
        </pc:spChg>
        <pc:spChg chg="mod">
          <ac:chgData name="Saul Varshavsky" userId="e8e93936-3c44-4ed8-962b-cba2c196debd" providerId="ADAL" clId="{F64AC934-A852-4C8B-BFA7-A48B7EF1892F}" dt="2026-07-19T17:44:35.163" v="23425" actId="1076"/>
          <ac:spMkLst>
            <pc:docMk/>
            <pc:sldMk cId="1901523393" sldId="274"/>
            <ac:spMk id="26" creationId="{F10C1885-1437-FE9C-592A-71BA072C265F}"/>
          </ac:spMkLst>
        </pc:spChg>
        <pc:spChg chg="add mod">
          <ac:chgData name="Saul Varshavsky" userId="e8e93936-3c44-4ed8-962b-cba2c196debd" providerId="ADAL" clId="{F64AC934-A852-4C8B-BFA7-A48B7EF1892F}" dt="2026-07-19T17:48:19.392" v="23606" actId="1076"/>
          <ac:spMkLst>
            <pc:docMk/>
            <pc:sldMk cId="1901523393" sldId="274"/>
            <ac:spMk id="31" creationId="{CD78DDCB-E432-14F1-DEB3-8E123906E16F}"/>
          </ac:spMkLst>
        </pc:spChg>
        <pc:cxnChg chg="add mod">
          <ac:chgData name="Saul Varshavsky" userId="e8e93936-3c44-4ed8-962b-cba2c196debd" providerId="ADAL" clId="{F64AC934-A852-4C8B-BFA7-A48B7EF1892F}" dt="2026-07-19T17:46:39.023" v="23502" actId="1076"/>
          <ac:cxnSpMkLst>
            <pc:docMk/>
            <pc:sldMk cId="1901523393" sldId="274"/>
            <ac:cxnSpMk id="14" creationId="{F4BE3E0E-C3AA-61C1-9A1A-72828B60F0F0}"/>
          </ac:cxnSpMkLst>
        </pc:cxnChg>
        <pc:cxnChg chg="mod">
          <ac:chgData name="Saul Varshavsky" userId="e8e93936-3c44-4ed8-962b-cba2c196debd" providerId="ADAL" clId="{F64AC934-A852-4C8B-BFA7-A48B7EF1892F}" dt="2026-07-19T17:45:16.636" v="23475" actId="14100"/>
          <ac:cxnSpMkLst>
            <pc:docMk/>
            <pc:sldMk cId="1901523393" sldId="274"/>
            <ac:cxnSpMk id="17" creationId="{4F94C592-AA64-2EDA-3B68-94FCA06C2D6D}"/>
          </ac:cxnSpMkLst>
        </pc:cxnChg>
        <pc:cxnChg chg="add mod">
          <ac:chgData name="Saul Varshavsky" userId="e8e93936-3c44-4ed8-962b-cba2c196debd" providerId="ADAL" clId="{F64AC934-A852-4C8B-BFA7-A48B7EF1892F}" dt="2026-07-19T17:46:44.726" v="23504" actId="1076"/>
          <ac:cxnSpMkLst>
            <pc:docMk/>
            <pc:sldMk cId="1901523393" sldId="274"/>
            <ac:cxnSpMk id="18" creationId="{1B0D8475-46D8-8EC5-EA02-6A3049FA9548}"/>
          </ac:cxnSpMkLst>
        </pc:cxnChg>
        <pc:cxnChg chg="add mod">
          <ac:chgData name="Saul Varshavsky" userId="e8e93936-3c44-4ed8-962b-cba2c196debd" providerId="ADAL" clId="{F64AC934-A852-4C8B-BFA7-A48B7EF1892F}" dt="2026-07-19T17:47:40.900" v="23553" actId="14100"/>
          <ac:cxnSpMkLst>
            <pc:docMk/>
            <pc:sldMk cId="1901523393" sldId="274"/>
            <ac:cxnSpMk id="28" creationId="{041A8908-924C-EB59-2A62-F921AC8BEA83}"/>
          </ac:cxnSpMkLst>
        </pc:cxnChg>
        <pc:cxnChg chg="add mod">
          <ac:chgData name="Saul Varshavsky" userId="e8e93936-3c44-4ed8-962b-cba2c196debd" providerId="ADAL" clId="{F64AC934-A852-4C8B-BFA7-A48B7EF1892F}" dt="2026-07-19T17:48:27.726" v="23609" actId="14100"/>
          <ac:cxnSpMkLst>
            <pc:docMk/>
            <pc:sldMk cId="1901523393" sldId="274"/>
            <ac:cxnSpMk id="32" creationId="{43AFD533-F15E-6E6D-809B-32038BA5AC23}"/>
          </ac:cxnSpMkLst>
        </pc:cxnChg>
      </pc:sldChg>
      <pc:sldChg chg="addSp delSp modSp add mod modAnim">
        <pc:chgData name="Saul Varshavsky" userId="e8e93936-3c44-4ed8-962b-cba2c196debd" providerId="ADAL" clId="{F64AC934-A852-4C8B-BFA7-A48B7EF1892F}" dt="2026-07-21T15:24:20.256" v="37553"/>
        <pc:sldMkLst>
          <pc:docMk/>
          <pc:sldMk cId="1239529517" sldId="275"/>
        </pc:sldMkLst>
        <pc:spChg chg="mod">
          <ac:chgData name="Saul Varshavsky" userId="e8e93936-3c44-4ed8-962b-cba2c196debd" providerId="ADAL" clId="{F64AC934-A852-4C8B-BFA7-A48B7EF1892F}" dt="2026-07-20T22:41:17.656" v="23637" actId="20577"/>
          <ac:spMkLst>
            <pc:docMk/>
            <pc:sldMk cId="1239529517" sldId="275"/>
            <ac:spMk id="2" creationId="{B0731EBF-16A7-9B63-55D0-2D2BD07CABF3}"/>
          </ac:spMkLst>
        </pc:spChg>
        <pc:spChg chg="mod">
          <ac:chgData name="Saul Varshavsky" userId="e8e93936-3c44-4ed8-962b-cba2c196debd" providerId="ADAL" clId="{F64AC934-A852-4C8B-BFA7-A48B7EF1892F}" dt="2026-07-20T22:48:44.041" v="24783" actId="20577"/>
          <ac:spMkLst>
            <pc:docMk/>
            <pc:sldMk cId="1239529517" sldId="275"/>
            <ac:spMk id="3" creationId="{2162CD93-B4F9-02EF-3B37-B9F483787939}"/>
          </ac:spMkLst>
        </pc:spChg>
        <pc:spChg chg="del mod">
          <ac:chgData name="Saul Varshavsky" userId="e8e93936-3c44-4ed8-962b-cba2c196debd" providerId="ADAL" clId="{F64AC934-A852-4C8B-BFA7-A48B7EF1892F}" dt="2026-07-20T22:51:35.249" v="25012" actId="478"/>
          <ac:spMkLst>
            <pc:docMk/>
            <pc:sldMk cId="1239529517" sldId="275"/>
            <ac:spMk id="8" creationId="{C1ED166F-4657-EC08-F059-3DFD8F02E312}"/>
          </ac:spMkLst>
        </pc:spChg>
        <pc:spChg chg="mod">
          <ac:chgData name="Saul Varshavsky" userId="e8e93936-3c44-4ed8-962b-cba2c196debd" providerId="ADAL" clId="{F64AC934-A852-4C8B-BFA7-A48B7EF1892F}" dt="2026-07-20T22:50:50.043" v="24943" actId="1076"/>
          <ac:spMkLst>
            <pc:docMk/>
            <pc:sldMk cId="1239529517" sldId="275"/>
            <ac:spMk id="10" creationId="{99876A5F-B1D5-E7BF-4F46-E40880258270}"/>
          </ac:spMkLst>
        </pc:spChg>
        <pc:spChg chg="mod">
          <ac:chgData name="Saul Varshavsky" userId="e8e93936-3c44-4ed8-962b-cba2c196debd" providerId="ADAL" clId="{F64AC934-A852-4C8B-BFA7-A48B7EF1892F}" dt="2026-07-20T22:51:43.309" v="25015" actId="1076"/>
          <ac:spMkLst>
            <pc:docMk/>
            <pc:sldMk cId="1239529517" sldId="275"/>
            <ac:spMk id="11" creationId="{809A07F8-6343-2286-D94E-ECD593E1DA14}"/>
          </ac:spMkLst>
        </pc:spChg>
        <pc:spChg chg="del mod">
          <ac:chgData name="Saul Varshavsky" userId="e8e93936-3c44-4ed8-962b-cba2c196debd" providerId="ADAL" clId="{F64AC934-A852-4C8B-BFA7-A48B7EF1892F}" dt="2026-07-20T22:51:35.249" v="25012" actId="478"/>
          <ac:spMkLst>
            <pc:docMk/>
            <pc:sldMk cId="1239529517" sldId="275"/>
            <ac:spMk id="25" creationId="{8DD592FF-812E-53C4-AE7E-F52AFD5D8818}"/>
          </ac:spMkLst>
        </pc:spChg>
        <pc:spChg chg="mod">
          <ac:chgData name="Saul Varshavsky" userId="e8e93936-3c44-4ed8-962b-cba2c196debd" providerId="ADAL" clId="{F64AC934-A852-4C8B-BFA7-A48B7EF1892F}" dt="2026-07-20T22:49:45.350" v="24876" actId="20577"/>
          <ac:spMkLst>
            <pc:docMk/>
            <pc:sldMk cId="1239529517" sldId="275"/>
            <ac:spMk id="26" creationId="{C24F79FA-17CC-03FE-7E05-AB0E876F1533}"/>
          </ac:spMkLst>
        </pc:spChg>
        <pc:spChg chg="del">
          <ac:chgData name="Saul Varshavsky" userId="e8e93936-3c44-4ed8-962b-cba2c196debd" providerId="ADAL" clId="{F64AC934-A852-4C8B-BFA7-A48B7EF1892F}" dt="2026-07-20T22:51:35.249" v="25012" actId="478"/>
          <ac:spMkLst>
            <pc:docMk/>
            <pc:sldMk cId="1239529517" sldId="275"/>
            <ac:spMk id="31" creationId="{7B695A4A-AB93-CBDE-64F4-63C2D67485E5}"/>
          </ac:spMkLst>
        </pc:spChg>
        <pc:cxnChg chg="add mod">
          <ac:chgData name="Saul Varshavsky" userId="e8e93936-3c44-4ed8-962b-cba2c196debd" providerId="ADAL" clId="{F64AC934-A852-4C8B-BFA7-A48B7EF1892F}" dt="2026-07-20T22:52:11.712" v="25022" actId="1076"/>
          <ac:cxnSpMkLst>
            <pc:docMk/>
            <pc:sldMk cId="1239529517" sldId="275"/>
            <ac:cxnSpMk id="5" creationId="{F29D9B32-47AD-1C6A-302B-B13EFBE8CAD0}"/>
          </ac:cxnSpMkLst>
        </pc:cxnChg>
        <pc:cxnChg chg="del mod">
          <ac:chgData name="Saul Varshavsky" userId="e8e93936-3c44-4ed8-962b-cba2c196debd" providerId="ADAL" clId="{F64AC934-A852-4C8B-BFA7-A48B7EF1892F}" dt="2026-07-20T22:52:17.765" v="25023" actId="478"/>
          <ac:cxnSpMkLst>
            <pc:docMk/>
            <pc:sldMk cId="1239529517" sldId="275"/>
            <ac:cxnSpMk id="14" creationId="{2265F36D-6EC9-4478-4447-7335A4364DA3}"/>
          </ac:cxnSpMkLst>
        </pc:cxnChg>
        <pc:cxnChg chg="del mod">
          <ac:chgData name="Saul Varshavsky" userId="e8e93936-3c44-4ed8-962b-cba2c196debd" providerId="ADAL" clId="{F64AC934-A852-4C8B-BFA7-A48B7EF1892F}" dt="2026-07-20T22:52:17.765" v="25023" actId="478"/>
          <ac:cxnSpMkLst>
            <pc:docMk/>
            <pc:sldMk cId="1239529517" sldId="275"/>
            <ac:cxnSpMk id="17" creationId="{F2274369-8252-3D94-7393-83BB8C73CDF1}"/>
          </ac:cxnSpMkLst>
        </pc:cxnChg>
        <pc:cxnChg chg="del mod">
          <ac:chgData name="Saul Varshavsky" userId="e8e93936-3c44-4ed8-962b-cba2c196debd" providerId="ADAL" clId="{F64AC934-A852-4C8B-BFA7-A48B7EF1892F}" dt="2026-07-20T22:52:17.765" v="25023" actId="478"/>
          <ac:cxnSpMkLst>
            <pc:docMk/>
            <pc:sldMk cId="1239529517" sldId="275"/>
            <ac:cxnSpMk id="18" creationId="{D506914C-35C2-5108-69D4-56E07B4AFAE3}"/>
          </ac:cxnSpMkLst>
        </pc:cxnChg>
        <pc:cxnChg chg="del mod">
          <ac:chgData name="Saul Varshavsky" userId="e8e93936-3c44-4ed8-962b-cba2c196debd" providerId="ADAL" clId="{F64AC934-A852-4C8B-BFA7-A48B7EF1892F}" dt="2026-07-20T22:52:17.765" v="25023" actId="478"/>
          <ac:cxnSpMkLst>
            <pc:docMk/>
            <pc:sldMk cId="1239529517" sldId="275"/>
            <ac:cxnSpMk id="28" creationId="{CCF4777A-1EA1-51AC-8982-7C573C3DAACA}"/>
          </ac:cxnSpMkLst>
        </pc:cxnChg>
        <pc:cxnChg chg="mod">
          <ac:chgData name="Saul Varshavsky" userId="e8e93936-3c44-4ed8-962b-cba2c196debd" providerId="ADAL" clId="{F64AC934-A852-4C8B-BFA7-A48B7EF1892F}" dt="2026-07-20T22:51:50.565" v="25018" actId="1076"/>
          <ac:cxnSpMkLst>
            <pc:docMk/>
            <pc:sldMk cId="1239529517" sldId="275"/>
            <ac:cxnSpMk id="32" creationId="{8E816FE4-B65E-8622-1E8C-47B6CDA66C4E}"/>
          </ac:cxnSpMkLst>
        </pc:cxnChg>
      </pc:sldChg>
      <pc:sldChg chg="addSp delSp modSp add mod ord modAnim">
        <pc:chgData name="Saul Varshavsky" userId="e8e93936-3c44-4ed8-962b-cba2c196debd" providerId="ADAL" clId="{F64AC934-A852-4C8B-BFA7-A48B7EF1892F}" dt="2026-07-21T15:36:42.274" v="37645" actId="1076"/>
        <pc:sldMkLst>
          <pc:docMk/>
          <pc:sldMk cId="706216661" sldId="276"/>
        </pc:sldMkLst>
        <pc:spChg chg="mod">
          <ac:chgData name="Saul Varshavsky" userId="e8e93936-3c44-4ed8-962b-cba2c196debd" providerId="ADAL" clId="{F64AC934-A852-4C8B-BFA7-A48B7EF1892F}" dt="2026-07-20T22:54:24.425" v="25049" actId="20577"/>
          <ac:spMkLst>
            <pc:docMk/>
            <pc:sldMk cId="706216661" sldId="276"/>
            <ac:spMk id="2" creationId="{4BC7EEA7-499D-1009-80E9-B0E1005DE1CF}"/>
          </ac:spMkLst>
        </pc:spChg>
        <pc:spChg chg="mod">
          <ac:chgData name="Saul Varshavsky" userId="e8e93936-3c44-4ed8-962b-cba2c196debd" providerId="ADAL" clId="{F64AC934-A852-4C8B-BFA7-A48B7EF1892F}" dt="2026-07-20T23:11:12.163" v="27372" actId="20577"/>
          <ac:spMkLst>
            <pc:docMk/>
            <pc:sldMk cId="706216661" sldId="276"/>
            <ac:spMk id="3" creationId="{513AA9B1-61FE-091E-E4A5-756F814E46DB}"/>
          </ac:spMkLst>
        </pc:spChg>
        <pc:spChg chg="mod">
          <ac:chgData name="Saul Varshavsky" userId="e8e93936-3c44-4ed8-962b-cba2c196debd" providerId="ADAL" clId="{F64AC934-A852-4C8B-BFA7-A48B7EF1892F}" dt="2026-07-21T15:36:42.274" v="37645" actId="1076"/>
          <ac:spMkLst>
            <pc:docMk/>
            <pc:sldMk cId="706216661" sldId="276"/>
            <ac:spMk id="5" creationId="{C5336EFC-2CC6-068B-62A7-B3D955028BEF}"/>
          </ac:spMkLst>
        </pc:spChg>
        <pc:spChg chg="add mod">
          <ac:chgData name="Saul Varshavsky" userId="e8e93936-3c44-4ed8-962b-cba2c196debd" providerId="ADAL" clId="{F64AC934-A852-4C8B-BFA7-A48B7EF1892F}" dt="2026-07-20T23:10:16.934" v="27317" actId="5793"/>
          <ac:spMkLst>
            <pc:docMk/>
            <pc:sldMk cId="706216661" sldId="276"/>
            <ac:spMk id="6" creationId="{D601994E-87A7-329A-89D9-D072EBA3AC0C}"/>
          </ac:spMkLst>
        </pc:spChg>
        <pc:spChg chg="del mod">
          <ac:chgData name="Saul Varshavsky" userId="e8e93936-3c44-4ed8-962b-cba2c196debd" providerId="ADAL" clId="{F64AC934-A852-4C8B-BFA7-A48B7EF1892F}" dt="2026-07-20T23:09:33.556" v="27302" actId="478"/>
          <ac:spMkLst>
            <pc:docMk/>
            <pc:sldMk cId="706216661" sldId="276"/>
            <ac:spMk id="8" creationId="{D53FABB1-BD95-DCD2-8071-9A9B7BFEE0D3}"/>
          </ac:spMkLst>
        </pc:spChg>
        <pc:spChg chg="add mod">
          <ac:chgData name="Saul Varshavsky" userId="e8e93936-3c44-4ed8-962b-cba2c196debd" providerId="ADAL" clId="{F64AC934-A852-4C8B-BFA7-A48B7EF1892F}" dt="2026-07-20T23:12:16.259" v="27439" actId="1076"/>
          <ac:spMkLst>
            <pc:docMk/>
            <pc:sldMk cId="706216661" sldId="276"/>
            <ac:spMk id="10" creationId="{3997B963-0CEA-7C0C-E26E-66715160443F}"/>
          </ac:spMkLst>
        </pc:spChg>
        <pc:spChg chg="add mod">
          <ac:chgData name="Saul Varshavsky" userId="e8e93936-3c44-4ed8-962b-cba2c196debd" providerId="ADAL" clId="{F64AC934-A852-4C8B-BFA7-A48B7EF1892F}" dt="2026-07-20T23:12:34.523" v="27442" actId="1076"/>
          <ac:spMkLst>
            <pc:docMk/>
            <pc:sldMk cId="706216661" sldId="276"/>
            <ac:spMk id="13" creationId="{3E3543EA-A4CD-E5A8-C4E4-0A8CCEAAE362}"/>
          </ac:spMkLst>
        </pc:spChg>
        <pc:spChg chg="mod">
          <ac:chgData name="Saul Varshavsky" userId="e8e93936-3c44-4ed8-962b-cba2c196debd" providerId="ADAL" clId="{F64AC934-A852-4C8B-BFA7-A48B7EF1892F}" dt="2026-07-20T23:00:52.929" v="25782" actId="1076"/>
          <ac:spMkLst>
            <pc:docMk/>
            <pc:sldMk cId="706216661" sldId="276"/>
            <ac:spMk id="15" creationId="{8A57EDB8-B1E7-2021-CBF0-472FC8AF3F72}"/>
          </ac:spMkLst>
        </pc:spChg>
        <pc:spChg chg="add mod">
          <ac:chgData name="Saul Varshavsky" userId="e8e93936-3c44-4ed8-962b-cba2c196debd" providerId="ADAL" clId="{F64AC934-A852-4C8B-BFA7-A48B7EF1892F}" dt="2026-07-20T23:13:38.288" v="27498" actId="14100"/>
          <ac:spMkLst>
            <pc:docMk/>
            <pc:sldMk cId="706216661" sldId="276"/>
            <ac:spMk id="16" creationId="{21D91FB5-FC36-A435-AE09-84505676991B}"/>
          </ac:spMkLst>
        </pc:spChg>
        <pc:spChg chg="add mod">
          <ac:chgData name="Saul Varshavsky" userId="e8e93936-3c44-4ed8-962b-cba2c196debd" providerId="ADAL" clId="{F64AC934-A852-4C8B-BFA7-A48B7EF1892F}" dt="2026-07-20T23:13:52.862" v="27503" actId="20577"/>
          <ac:spMkLst>
            <pc:docMk/>
            <pc:sldMk cId="706216661" sldId="276"/>
            <ac:spMk id="18" creationId="{D6177293-8C8D-9988-5B4F-F908B9211B68}"/>
          </ac:spMkLst>
        </pc:spChg>
        <pc:spChg chg="del mod">
          <ac:chgData name="Saul Varshavsky" userId="e8e93936-3c44-4ed8-962b-cba2c196debd" providerId="ADAL" clId="{F64AC934-A852-4C8B-BFA7-A48B7EF1892F}" dt="2026-07-20T23:09:33.556" v="27302" actId="478"/>
          <ac:spMkLst>
            <pc:docMk/>
            <pc:sldMk cId="706216661" sldId="276"/>
            <ac:spMk id="20" creationId="{DC586E3E-58F1-B75D-4830-42443A2FC097}"/>
          </ac:spMkLst>
        </pc:spChg>
        <pc:spChg chg="del mod">
          <ac:chgData name="Saul Varshavsky" userId="e8e93936-3c44-4ed8-962b-cba2c196debd" providerId="ADAL" clId="{F64AC934-A852-4C8B-BFA7-A48B7EF1892F}" dt="2026-07-20T23:09:33.556" v="27302" actId="478"/>
          <ac:spMkLst>
            <pc:docMk/>
            <pc:sldMk cId="706216661" sldId="276"/>
            <ac:spMk id="22" creationId="{AC6315FB-B313-7092-362D-BDC015D62ADF}"/>
          </ac:spMkLst>
        </pc:spChg>
        <pc:spChg chg="del mod">
          <ac:chgData name="Saul Varshavsky" userId="e8e93936-3c44-4ed8-962b-cba2c196debd" providerId="ADAL" clId="{F64AC934-A852-4C8B-BFA7-A48B7EF1892F}" dt="2026-07-20T23:09:33.556" v="27302" actId="478"/>
          <ac:spMkLst>
            <pc:docMk/>
            <pc:sldMk cId="706216661" sldId="276"/>
            <ac:spMk id="27" creationId="{AC91A90F-24F9-08A7-FDA7-AB570683037D}"/>
          </ac:spMkLst>
        </pc:spChg>
        <pc:cxnChg chg="mod">
          <ac:chgData name="Saul Varshavsky" userId="e8e93936-3c44-4ed8-962b-cba2c196debd" providerId="ADAL" clId="{F64AC934-A852-4C8B-BFA7-A48B7EF1892F}" dt="2026-07-20T23:11:35.910" v="27376" actId="1076"/>
          <ac:cxnSpMkLst>
            <pc:docMk/>
            <pc:sldMk cId="706216661" sldId="276"/>
            <ac:cxnSpMk id="12" creationId="{5E1EBCAA-E7BA-6C7A-BE98-221BFEF8814A}"/>
          </ac:cxnSpMkLst>
        </pc:cxnChg>
        <pc:cxnChg chg="mod">
          <ac:chgData name="Saul Varshavsky" userId="e8e93936-3c44-4ed8-962b-cba2c196debd" providerId="ADAL" clId="{F64AC934-A852-4C8B-BFA7-A48B7EF1892F}" dt="2026-07-21T15:36:40.752" v="37644" actId="1076"/>
          <ac:cxnSpMkLst>
            <pc:docMk/>
            <pc:sldMk cId="706216661" sldId="276"/>
            <ac:cxnSpMk id="19" creationId="{C3C0566E-A431-7DCB-3FDF-93A930B8112A}"/>
          </ac:cxnSpMkLst>
        </pc:cxnChg>
        <pc:cxnChg chg="add mod">
          <ac:chgData name="Saul Varshavsky" userId="e8e93936-3c44-4ed8-962b-cba2c196debd" providerId="ADAL" clId="{F64AC934-A852-4C8B-BFA7-A48B7EF1892F}" dt="2026-07-20T23:14:11.484" v="27509" actId="1076"/>
          <ac:cxnSpMkLst>
            <pc:docMk/>
            <pc:sldMk cId="706216661" sldId="276"/>
            <ac:cxnSpMk id="21" creationId="{224FCBB2-763B-AA45-47EB-B7BA51282996}"/>
          </ac:cxnSpMkLst>
        </pc:cxnChg>
        <pc:cxnChg chg="add mod">
          <ac:chgData name="Saul Varshavsky" userId="e8e93936-3c44-4ed8-962b-cba2c196debd" providerId="ADAL" clId="{F64AC934-A852-4C8B-BFA7-A48B7EF1892F}" dt="2026-07-20T23:14:19.573" v="27513" actId="14100"/>
          <ac:cxnSpMkLst>
            <pc:docMk/>
            <pc:sldMk cId="706216661" sldId="276"/>
            <ac:cxnSpMk id="25" creationId="{F4D3D783-C5AC-2C31-79E2-596CF4E28F37}"/>
          </ac:cxnSpMkLst>
        </pc:cxnChg>
        <pc:cxnChg chg="del mod">
          <ac:chgData name="Saul Varshavsky" userId="e8e93936-3c44-4ed8-962b-cba2c196debd" providerId="ADAL" clId="{F64AC934-A852-4C8B-BFA7-A48B7EF1892F}" dt="2026-07-20T23:15:29.740" v="27530" actId="478"/>
          <ac:cxnSpMkLst>
            <pc:docMk/>
            <pc:sldMk cId="706216661" sldId="276"/>
            <ac:cxnSpMk id="28" creationId="{5E27934C-C76A-50AA-81C2-14E7946439D2}"/>
          </ac:cxnSpMkLst>
        </pc:cxnChg>
        <pc:cxnChg chg="add mod">
          <ac:chgData name="Saul Varshavsky" userId="e8e93936-3c44-4ed8-962b-cba2c196debd" providerId="ADAL" clId="{F64AC934-A852-4C8B-BFA7-A48B7EF1892F}" dt="2026-07-20T23:14:50.195" v="27521" actId="14100"/>
          <ac:cxnSpMkLst>
            <pc:docMk/>
            <pc:sldMk cId="706216661" sldId="276"/>
            <ac:cxnSpMk id="30" creationId="{81BC2DF3-5BD8-31C2-5357-ED347DBA3BDF}"/>
          </ac:cxnSpMkLst>
        </pc:cxnChg>
        <pc:cxnChg chg="add mod">
          <ac:chgData name="Saul Varshavsky" userId="e8e93936-3c44-4ed8-962b-cba2c196debd" providerId="ADAL" clId="{F64AC934-A852-4C8B-BFA7-A48B7EF1892F}" dt="2026-07-20T23:15:23.054" v="27529" actId="14100"/>
          <ac:cxnSpMkLst>
            <pc:docMk/>
            <pc:sldMk cId="706216661" sldId="276"/>
            <ac:cxnSpMk id="35" creationId="{2E4F8F6A-5C15-4267-5C99-08E61E391EBF}"/>
          </ac:cxnSpMkLst>
        </pc:cxnChg>
      </pc:sldChg>
      <pc:sldChg chg="addSp delSp modSp add mod delAnim modAnim">
        <pc:chgData name="Saul Varshavsky" userId="e8e93936-3c44-4ed8-962b-cba2c196debd" providerId="ADAL" clId="{F64AC934-A852-4C8B-BFA7-A48B7EF1892F}" dt="2026-07-21T15:37:51.122" v="37705" actId="20577"/>
        <pc:sldMkLst>
          <pc:docMk/>
          <pc:sldMk cId="631316230" sldId="277"/>
        </pc:sldMkLst>
        <pc:spChg chg="mod">
          <ac:chgData name="Saul Varshavsky" userId="e8e93936-3c44-4ed8-962b-cba2c196debd" providerId="ADAL" clId="{F64AC934-A852-4C8B-BFA7-A48B7EF1892F}" dt="2026-07-20T23:17:45.070" v="27566" actId="20577"/>
          <ac:spMkLst>
            <pc:docMk/>
            <pc:sldMk cId="631316230" sldId="277"/>
            <ac:spMk id="2" creationId="{D497C4C7-845F-CAC6-F135-D5A01C91449B}"/>
          </ac:spMkLst>
        </pc:spChg>
        <pc:spChg chg="mod">
          <ac:chgData name="Saul Varshavsky" userId="e8e93936-3c44-4ed8-962b-cba2c196debd" providerId="ADAL" clId="{F64AC934-A852-4C8B-BFA7-A48B7EF1892F}" dt="2026-07-21T15:37:51.122" v="37705" actId="20577"/>
          <ac:spMkLst>
            <pc:docMk/>
            <pc:sldMk cId="631316230" sldId="277"/>
            <ac:spMk id="3" creationId="{2E8917D1-32A2-5F0C-5EAF-C4F2C644E67F}"/>
          </ac:spMkLst>
        </pc:spChg>
        <pc:spChg chg="mod">
          <ac:chgData name="Saul Varshavsky" userId="e8e93936-3c44-4ed8-962b-cba2c196debd" providerId="ADAL" clId="{F64AC934-A852-4C8B-BFA7-A48B7EF1892F}" dt="2026-07-20T23:31:31.730" v="28955" actId="1076"/>
          <ac:spMkLst>
            <pc:docMk/>
            <pc:sldMk cId="631316230" sldId="277"/>
            <ac:spMk id="5" creationId="{EA5F47AE-8C60-9C2A-91C9-BFBF93153E46}"/>
          </ac:spMkLst>
        </pc:spChg>
        <pc:spChg chg="del mod">
          <ac:chgData name="Saul Varshavsky" userId="e8e93936-3c44-4ed8-962b-cba2c196debd" providerId="ADAL" clId="{F64AC934-A852-4C8B-BFA7-A48B7EF1892F}" dt="2026-07-20T23:31:17.349" v="28950" actId="478"/>
          <ac:spMkLst>
            <pc:docMk/>
            <pc:sldMk cId="631316230" sldId="277"/>
            <ac:spMk id="6" creationId="{848411D0-DF40-7D25-CFE2-BF489629A4F5}"/>
          </ac:spMkLst>
        </pc:spChg>
        <pc:spChg chg="add mod">
          <ac:chgData name="Saul Varshavsky" userId="e8e93936-3c44-4ed8-962b-cba2c196debd" providerId="ADAL" clId="{F64AC934-A852-4C8B-BFA7-A48B7EF1892F}" dt="2026-07-20T23:31:29.430" v="28954" actId="1076"/>
          <ac:spMkLst>
            <pc:docMk/>
            <pc:sldMk cId="631316230" sldId="277"/>
            <ac:spMk id="7" creationId="{EA7CCBD8-D82C-5822-9699-0DAFDDDE6D55}"/>
          </ac:spMkLst>
        </pc:spChg>
        <pc:spChg chg="add mod">
          <ac:chgData name="Saul Varshavsky" userId="e8e93936-3c44-4ed8-962b-cba2c196debd" providerId="ADAL" clId="{F64AC934-A852-4C8B-BFA7-A48B7EF1892F}" dt="2026-07-20T23:31:48.297" v="28987" actId="20577"/>
          <ac:spMkLst>
            <pc:docMk/>
            <pc:sldMk cId="631316230" sldId="277"/>
            <ac:spMk id="9" creationId="{C16955AE-A99C-5DB4-FCA4-85D24915A062}"/>
          </ac:spMkLst>
        </pc:spChg>
        <pc:spChg chg="del">
          <ac:chgData name="Saul Varshavsky" userId="e8e93936-3c44-4ed8-962b-cba2c196debd" providerId="ADAL" clId="{F64AC934-A852-4C8B-BFA7-A48B7EF1892F}" dt="2026-07-20T23:31:15.134" v="28949" actId="478"/>
          <ac:spMkLst>
            <pc:docMk/>
            <pc:sldMk cId="631316230" sldId="277"/>
            <ac:spMk id="10" creationId="{79979EF3-9535-62EA-7483-8A4D1F6B3A47}"/>
          </ac:spMkLst>
        </pc:spChg>
        <pc:spChg chg="del mod">
          <ac:chgData name="Saul Varshavsky" userId="e8e93936-3c44-4ed8-962b-cba2c196debd" providerId="ADAL" clId="{F64AC934-A852-4C8B-BFA7-A48B7EF1892F}" dt="2026-07-20T23:31:15.134" v="28949" actId="478"/>
          <ac:spMkLst>
            <pc:docMk/>
            <pc:sldMk cId="631316230" sldId="277"/>
            <ac:spMk id="13" creationId="{F9265D92-6420-1725-6410-036EB97E77FC}"/>
          </ac:spMkLst>
        </pc:spChg>
        <pc:spChg chg="mod">
          <ac:chgData name="Saul Varshavsky" userId="e8e93936-3c44-4ed8-962b-cba2c196debd" providerId="ADAL" clId="{F64AC934-A852-4C8B-BFA7-A48B7EF1892F}" dt="2026-07-21T00:45:33.933" v="29750" actId="115"/>
          <ac:spMkLst>
            <pc:docMk/>
            <pc:sldMk cId="631316230" sldId="277"/>
            <ac:spMk id="15" creationId="{45D58B59-77FD-3E5C-330A-8DD8DA160AA5}"/>
          </ac:spMkLst>
        </pc:spChg>
        <pc:spChg chg="del">
          <ac:chgData name="Saul Varshavsky" userId="e8e93936-3c44-4ed8-962b-cba2c196debd" providerId="ADAL" clId="{F64AC934-A852-4C8B-BFA7-A48B7EF1892F}" dt="2026-07-20T23:31:15.134" v="28949" actId="478"/>
          <ac:spMkLst>
            <pc:docMk/>
            <pc:sldMk cId="631316230" sldId="277"/>
            <ac:spMk id="16" creationId="{B445034A-1453-2984-0AA5-73A46FE52714}"/>
          </ac:spMkLst>
        </pc:spChg>
        <pc:spChg chg="del">
          <ac:chgData name="Saul Varshavsky" userId="e8e93936-3c44-4ed8-962b-cba2c196debd" providerId="ADAL" clId="{F64AC934-A852-4C8B-BFA7-A48B7EF1892F}" dt="2026-07-20T23:31:15.134" v="28949" actId="478"/>
          <ac:spMkLst>
            <pc:docMk/>
            <pc:sldMk cId="631316230" sldId="277"/>
            <ac:spMk id="18" creationId="{9E0261FE-4589-AAAD-6A5C-6B47E60825B1}"/>
          </ac:spMkLst>
        </pc:spChg>
        <pc:cxnChg chg="mod">
          <ac:chgData name="Saul Varshavsky" userId="e8e93936-3c44-4ed8-962b-cba2c196debd" providerId="ADAL" clId="{F64AC934-A852-4C8B-BFA7-A48B7EF1892F}" dt="2026-07-20T23:32:00.531" v="28991" actId="14100"/>
          <ac:cxnSpMkLst>
            <pc:docMk/>
            <pc:sldMk cId="631316230" sldId="277"/>
            <ac:cxnSpMk id="12" creationId="{52A966CD-8631-3963-ABA2-1DEB407EACAB}"/>
          </ac:cxnSpMkLst>
        </pc:cxnChg>
        <pc:cxnChg chg="add mod">
          <ac:chgData name="Saul Varshavsky" userId="e8e93936-3c44-4ed8-962b-cba2c196debd" providerId="ADAL" clId="{F64AC934-A852-4C8B-BFA7-A48B7EF1892F}" dt="2026-07-20T23:32:10.218" v="28995" actId="14100"/>
          <ac:cxnSpMkLst>
            <pc:docMk/>
            <pc:sldMk cId="631316230" sldId="277"/>
            <ac:cxnSpMk id="17" creationId="{3163666C-644F-AB43-8DBB-CEDF200EFF25}"/>
          </ac:cxnSpMkLst>
        </pc:cxnChg>
        <pc:cxnChg chg="del mod">
          <ac:chgData name="Saul Varshavsky" userId="e8e93936-3c44-4ed8-962b-cba2c196debd" providerId="ADAL" clId="{F64AC934-A852-4C8B-BFA7-A48B7EF1892F}" dt="2026-07-20T23:31:25.388" v="28952" actId="478"/>
          <ac:cxnSpMkLst>
            <pc:docMk/>
            <pc:sldMk cId="631316230" sldId="277"/>
            <ac:cxnSpMk id="19" creationId="{DAF61584-3F8B-C31D-07AA-E4F6CB950511}"/>
          </ac:cxnSpMkLst>
        </pc:cxnChg>
        <pc:cxnChg chg="del">
          <ac:chgData name="Saul Varshavsky" userId="e8e93936-3c44-4ed8-962b-cba2c196debd" providerId="ADAL" clId="{F64AC934-A852-4C8B-BFA7-A48B7EF1892F}" dt="2026-07-20T23:31:25.388" v="28952" actId="478"/>
          <ac:cxnSpMkLst>
            <pc:docMk/>
            <pc:sldMk cId="631316230" sldId="277"/>
            <ac:cxnSpMk id="21" creationId="{DF321935-BB83-C737-F733-42E80B0EE4CF}"/>
          </ac:cxnSpMkLst>
        </pc:cxnChg>
        <pc:cxnChg chg="add mod">
          <ac:chgData name="Saul Varshavsky" userId="e8e93936-3c44-4ed8-962b-cba2c196debd" providerId="ADAL" clId="{F64AC934-A852-4C8B-BFA7-A48B7EF1892F}" dt="2026-07-20T23:32:18.777" v="28998" actId="14100"/>
          <ac:cxnSpMkLst>
            <pc:docMk/>
            <pc:sldMk cId="631316230" sldId="277"/>
            <ac:cxnSpMk id="23" creationId="{343478B5-4390-ACE7-FD13-39C4C05AD029}"/>
          </ac:cxnSpMkLst>
        </pc:cxnChg>
        <pc:cxnChg chg="del">
          <ac:chgData name="Saul Varshavsky" userId="e8e93936-3c44-4ed8-962b-cba2c196debd" providerId="ADAL" clId="{F64AC934-A852-4C8B-BFA7-A48B7EF1892F}" dt="2026-07-20T23:31:25.388" v="28952" actId="478"/>
          <ac:cxnSpMkLst>
            <pc:docMk/>
            <pc:sldMk cId="631316230" sldId="277"/>
            <ac:cxnSpMk id="25" creationId="{FB848CD1-AD06-C078-9856-0F4BF36C1C28}"/>
          </ac:cxnSpMkLst>
        </pc:cxnChg>
        <pc:cxnChg chg="del">
          <ac:chgData name="Saul Varshavsky" userId="e8e93936-3c44-4ed8-962b-cba2c196debd" providerId="ADAL" clId="{F64AC934-A852-4C8B-BFA7-A48B7EF1892F}" dt="2026-07-20T23:31:25.388" v="28952" actId="478"/>
          <ac:cxnSpMkLst>
            <pc:docMk/>
            <pc:sldMk cId="631316230" sldId="277"/>
            <ac:cxnSpMk id="30" creationId="{50F3C2FC-6A16-7E52-A074-071C99C0B672}"/>
          </ac:cxnSpMkLst>
        </pc:cxnChg>
        <pc:cxnChg chg="del mod">
          <ac:chgData name="Saul Varshavsky" userId="e8e93936-3c44-4ed8-962b-cba2c196debd" providerId="ADAL" clId="{F64AC934-A852-4C8B-BFA7-A48B7EF1892F}" dt="2026-07-20T23:31:15.134" v="28949" actId="478"/>
          <ac:cxnSpMkLst>
            <pc:docMk/>
            <pc:sldMk cId="631316230" sldId="277"/>
            <ac:cxnSpMk id="35" creationId="{784BEE68-4E41-82D8-6B18-153A3BFE34AA}"/>
          </ac:cxnSpMkLst>
        </pc:cxnChg>
      </pc:sldChg>
      <pc:sldChg chg="addSp delSp modSp add mod ord modAnim">
        <pc:chgData name="Saul Varshavsky" userId="e8e93936-3c44-4ed8-962b-cba2c196debd" providerId="ADAL" clId="{F64AC934-A852-4C8B-BFA7-A48B7EF1892F}" dt="2026-07-21T15:27:25.038" v="37590"/>
        <pc:sldMkLst>
          <pc:docMk/>
          <pc:sldMk cId="2646470056" sldId="278"/>
        </pc:sldMkLst>
        <pc:spChg chg="mod">
          <ac:chgData name="Saul Varshavsky" userId="e8e93936-3c44-4ed8-962b-cba2c196debd" providerId="ADAL" clId="{F64AC934-A852-4C8B-BFA7-A48B7EF1892F}" dt="2026-07-21T00:38:30.521" v="29026" actId="20577"/>
          <ac:spMkLst>
            <pc:docMk/>
            <pc:sldMk cId="2646470056" sldId="278"/>
            <ac:spMk id="2" creationId="{04B859C8-01C2-F2CD-F8E8-65E6ADA7DBE1}"/>
          </ac:spMkLst>
        </pc:spChg>
        <pc:spChg chg="mod">
          <ac:chgData name="Saul Varshavsky" userId="e8e93936-3c44-4ed8-962b-cba2c196debd" providerId="ADAL" clId="{F64AC934-A852-4C8B-BFA7-A48B7EF1892F}" dt="2026-07-21T00:43:12.228" v="29607" actId="20577"/>
          <ac:spMkLst>
            <pc:docMk/>
            <pc:sldMk cId="2646470056" sldId="278"/>
            <ac:spMk id="3" creationId="{DB85D121-BA17-E3BA-E7B6-530D06AD8D11}"/>
          </ac:spMkLst>
        </pc:spChg>
        <pc:spChg chg="add del mod">
          <ac:chgData name="Saul Varshavsky" userId="e8e93936-3c44-4ed8-962b-cba2c196debd" providerId="ADAL" clId="{F64AC934-A852-4C8B-BFA7-A48B7EF1892F}" dt="2026-07-21T15:26:51.202" v="37583" actId="478"/>
          <ac:spMkLst>
            <pc:docMk/>
            <pc:sldMk cId="2646470056" sldId="278"/>
            <ac:spMk id="4" creationId="{D698769A-6599-CC54-1001-58C3F0A0A5CF}"/>
          </ac:spMkLst>
        </pc:spChg>
        <pc:spChg chg="add del mod">
          <ac:chgData name="Saul Varshavsky" userId="e8e93936-3c44-4ed8-962b-cba2c196debd" providerId="ADAL" clId="{F64AC934-A852-4C8B-BFA7-A48B7EF1892F}" dt="2026-07-21T15:26:52.512" v="37584" actId="478"/>
          <ac:spMkLst>
            <pc:docMk/>
            <pc:sldMk cId="2646470056" sldId="278"/>
            <ac:spMk id="6" creationId="{D871035C-DAF4-24BE-B355-8326659183BA}"/>
          </ac:spMkLst>
        </pc:spChg>
        <pc:spChg chg="add mod">
          <ac:chgData name="Saul Varshavsky" userId="e8e93936-3c44-4ed8-962b-cba2c196debd" providerId="ADAL" clId="{F64AC934-A852-4C8B-BFA7-A48B7EF1892F}" dt="2026-07-21T00:46:44.719" v="29815" actId="20577"/>
          <ac:spMkLst>
            <pc:docMk/>
            <pc:sldMk cId="2646470056" sldId="278"/>
            <ac:spMk id="7" creationId="{05560BFF-035B-AFB8-325C-33D88A6D9CB9}"/>
          </ac:spMkLst>
        </pc:spChg>
        <pc:spChg chg="mod">
          <ac:chgData name="Saul Varshavsky" userId="e8e93936-3c44-4ed8-962b-cba2c196debd" providerId="ADAL" clId="{F64AC934-A852-4C8B-BFA7-A48B7EF1892F}" dt="2026-07-21T00:46:37.051" v="29812" actId="1076"/>
          <ac:spMkLst>
            <pc:docMk/>
            <pc:sldMk cId="2646470056" sldId="278"/>
            <ac:spMk id="10" creationId="{63CE106D-D467-59A6-DD58-36FC1BA07792}"/>
          </ac:spMkLst>
        </pc:spChg>
        <pc:spChg chg="mod">
          <ac:chgData name="Saul Varshavsky" userId="e8e93936-3c44-4ed8-962b-cba2c196debd" providerId="ADAL" clId="{F64AC934-A852-4C8B-BFA7-A48B7EF1892F}" dt="2026-07-21T00:46:26.076" v="29809" actId="1076"/>
          <ac:spMkLst>
            <pc:docMk/>
            <pc:sldMk cId="2646470056" sldId="278"/>
            <ac:spMk id="11" creationId="{04951365-FA6E-00A7-1594-9B7FB9DE5E8F}"/>
          </ac:spMkLst>
        </pc:spChg>
        <pc:spChg chg="add mod">
          <ac:chgData name="Saul Varshavsky" userId="e8e93936-3c44-4ed8-962b-cba2c196debd" providerId="ADAL" clId="{F64AC934-A852-4C8B-BFA7-A48B7EF1892F}" dt="2026-07-21T00:48:01.774" v="29908" actId="20577"/>
          <ac:spMkLst>
            <pc:docMk/>
            <pc:sldMk cId="2646470056" sldId="278"/>
            <ac:spMk id="12" creationId="{341FEE9D-24C5-723B-D245-36A5D9F3F593}"/>
          </ac:spMkLst>
        </pc:spChg>
        <pc:spChg chg="mod">
          <ac:chgData name="Saul Varshavsky" userId="e8e93936-3c44-4ed8-962b-cba2c196debd" providerId="ADAL" clId="{F64AC934-A852-4C8B-BFA7-A48B7EF1892F}" dt="2026-07-21T00:47:33.204" v="29858" actId="20577"/>
          <ac:spMkLst>
            <pc:docMk/>
            <pc:sldMk cId="2646470056" sldId="278"/>
            <ac:spMk id="26" creationId="{9EDCBA8A-344F-ADBE-8789-08C1E00E74DB}"/>
          </ac:spMkLst>
        </pc:spChg>
        <pc:cxnChg chg="del mod">
          <ac:chgData name="Saul Varshavsky" userId="e8e93936-3c44-4ed8-962b-cba2c196debd" providerId="ADAL" clId="{F64AC934-A852-4C8B-BFA7-A48B7EF1892F}" dt="2026-07-21T00:48:50.072" v="29918" actId="478"/>
          <ac:cxnSpMkLst>
            <pc:docMk/>
            <pc:sldMk cId="2646470056" sldId="278"/>
            <ac:cxnSpMk id="5" creationId="{8A0DD153-756F-5B10-DE30-69937ABC827C}"/>
          </ac:cxnSpMkLst>
        </pc:cxnChg>
        <pc:cxnChg chg="add del mod">
          <ac:chgData name="Saul Varshavsky" userId="e8e93936-3c44-4ed8-962b-cba2c196debd" providerId="ADAL" clId="{F64AC934-A852-4C8B-BFA7-A48B7EF1892F}" dt="2026-07-21T15:26:33.161" v="37579" actId="478"/>
          <ac:cxnSpMkLst>
            <pc:docMk/>
            <pc:sldMk cId="2646470056" sldId="278"/>
            <ac:cxnSpMk id="5" creationId="{C1234B20-1FD1-B470-E08A-EDEEA0E51D36}"/>
          </ac:cxnSpMkLst>
        </pc:cxnChg>
        <pc:cxnChg chg="add del mod">
          <ac:chgData name="Saul Varshavsky" userId="e8e93936-3c44-4ed8-962b-cba2c196debd" providerId="ADAL" clId="{F64AC934-A852-4C8B-BFA7-A48B7EF1892F}" dt="2026-07-21T15:26:35.219" v="37580" actId="478"/>
          <ac:cxnSpMkLst>
            <pc:docMk/>
            <pc:sldMk cId="2646470056" sldId="278"/>
            <ac:cxnSpMk id="8" creationId="{E5A6ED46-66E6-E3EC-E0BA-B68DCA7E54B0}"/>
          </ac:cxnSpMkLst>
        </pc:cxnChg>
        <pc:cxnChg chg="add mod">
          <ac:chgData name="Saul Varshavsky" userId="e8e93936-3c44-4ed8-962b-cba2c196debd" providerId="ADAL" clId="{F64AC934-A852-4C8B-BFA7-A48B7EF1892F}" dt="2026-07-21T00:48:24.559" v="29911" actId="1076"/>
          <ac:cxnSpMkLst>
            <pc:docMk/>
            <pc:sldMk cId="2646470056" sldId="278"/>
            <ac:cxnSpMk id="13" creationId="{4D8BF820-CA16-5CDD-C7DA-0EEDA84B3C4F}"/>
          </ac:cxnSpMkLst>
        </pc:cxnChg>
        <pc:cxnChg chg="add mod">
          <ac:chgData name="Saul Varshavsky" userId="e8e93936-3c44-4ed8-962b-cba2c196debd" providerId="ADAL" clId="{F64AC934-A852-4C8B-BFA7-A48B7EF1892F}" dt="2026-07-21T00:48:35.154" v="29914" actId="14100"/>
          <ac:cxnSpMkLst>
            <pc:docMk/>
            <pc:sldMk cId="2646470056" sldId="278"/>
            <ac:cxnSpMk id="15" creationId="{2DAEA6EB-64BC-D306-ABFB-954579FC84F2}"/>
          </ac:cxnSpMkLst>
        </pc:cxnChg>
        <pc:cxnChg chg="add mod">
          <ac:chgData name="Saul Varshavsky" userId="e8e93936-3c44-4ed8-962b-cba2c196debd" providerId="ADAL" clId="{F64AC934-A852-4C8B-BFA7-A48B7EF1892F}" dt="2026-07-21T00:48:47.514" v="29917" actId="14100"/>
          <ac:cxnSpMkLst>
            <pc:docMk/>
            <pc:sldMk cId="2646470056" sldId="278"/>
            <ac:cxnSpMk id="17" creationId="{90589F73-8CEE-1549-AA32-41C35C69B53B}"/>
          </ac:cxnSpMkLst>
        </pc:cxnChg>
        <pc:cxnChg chg="mod">
          <ac:chgData name="Saul Varshavsky" userId="e8e93936-3c44-4ed8-962b-cba2c196debd" providerId="ADAL" clId="{F64AC934-A852-4C8B-BFA7-A48B7EF1892F}" dt="2026-07-21T00:46:39.870" v="29813" actId="14100"/>
          <ac:cxnSpMkLst>
            <pc:docMk/>
            <pc:sldMk cId="2646470056" sldId="278"/>
            <ac:cxnSpMk id="32" creationId="{35BBB4A4-6D5B-7399-5593-13ACFDF5A8CA}"/>
          </ac:cxnSpMkLst>
        </pc:cxnChg>
      </pc:sldChg>
      <pc:sldChg chg="addSp delSp modSp add mod delAnim modAnim">
        <pc:chgData name="Saul Varshavsky" userId="e8e93936-3c44-4ed8-962b-cba2c196debd" providerId="ADAL" clId="{F64AC934-A852-4C8B-BFA7-A48B7EF1892F}" dt="2026-07-21T15:28:24.349" v="37600"/>
        <pc:sldMkLst>
          <pc:docMk/>
          <pc:sldMk cId="3130548861" sldId="279"/>
        </pc:sldMkLst>
        <pc:spChg chg="mod">
          <ac:chgData name="Saul Varshavsky" userId="e8e93936-3c44-4ed8-962b-cba2c196debd" providerId="ADAL" clId="{F64AC934-A852-4C8B-BFA7-A48B7EF1892F}" dt="2026-07-21T00:51:30.808" v="29943" actId="20577"/>
          <ac:spMkLst>
            <pc:docMk/>
            <pc:sldMk cId="3130548861" sldId="279"/>
            <ac:spMk id="2" creationId="{7BE3A192-6333-8668-0888-A4D85D15BA33}"/>
          </ac:spMkLst>
        </pc:spChg>
        <pc:spChg chg="mod">
          <ac:chgData name="Saul Varshavsky" userId="e8e93936-3c44-4ed8-962b-cba2c196debd" providerId="ADAL" clId="{F64AC934-A852-4C8B-BFA7-A48B7EF1892F}" dt="2026-07-21T01:06:38.021" v="32026" actId="115"/>
          <ac:spMkLst>
            <pc:docMk/>
            <pc:sldMk cId="3130548861" sldId="279"/>
            <ac:spMk id="3" creationId="{FB8F5C8E-C19B-B247-C467-C35A7D6226B7}"/>
          </ac:spMkLst>
        </pc:spChg>
        <pc:spChg chg="add mod">
          <ac:chgData name="Saul Varshavsky" userId="e8e93936-3c44-4ed8-962b-cba2c196debd" providerId="ADAL" clId="{F64AC934-A852-4C8B-BFA7-A48B7EF1892F}" dt="2026-07-21T01:07:15.824" v="32045" actId="1076"/>
          <ac:spMkLst>
            <pc:docMk/>
            <pc:sldMk cId="3130548861" sldId="279"/>
            <ac:spMk id="5" creationId="{48F7D0D8-515A-E574-E92B-763EDB1C7F84}"/>
          </ac:spMkLst>
        </pc:spChg>
        <pc:spChg chg="mod">
          <ac:chgData name="Saul Varshavsky" userId="e8e93936-3c44-4ed8-962b-cba2c196debd" providerId="ADAL" clId="{F64AC934-A852-4C8B-BFA7-A48B7EF1892F}" dt="2026-07-21T01:10:08.716" v="32169" actId="20577"/>
          <ac:spMkLst>
            <pc:docMk/>
            <pc:sldMk cId="3130548861" sldId="279"/>
            <ac:spMk id="7" creationId="{C3FA4D99-6FCB-9FB6-E493-0E0018931211}"/>
          </ac:spMkLst>
        </pc:spChg>
        <pc:spChg chg="del mod">
          <ac:chgData name="Saul Varshavsky" userId="e8e93936-3c44-4ed8-962b-cba2c196debd" providerId="ADAL" clId="{F64AC934-A852-4C8B-BFA7-A48B7EF1892F}" dt="2026-07-21T01:08:56.834" v="32114" actId="478"/>
          <ac:spMkLst>
            <pc:docMk/>
            <pc:sldMk cId="3130548861" sldId="279"/>
            <ac:spMk id="10" creationId="{86A6D247-F2B5-C163-5361-9B0949FD5412}"/>
          </ac:spMkLst>
        </pc:spChg>
        <pc:spChg chg="del mod">
          <ac:chgData name="Saul Varshavsky" userId="e8e93936-3c44-4ed8-962b-cba2c196debd" providerId="ADAL" clId="{F64AC934-A852-4C8B-BFA7-A48B7EF1892F}" dt="2026-07-21T01:08:56.834" v="32114" actId="478"/>
          <ac:spMkLst>
            <pc:docMk/>
            <pc:sldMk cId="3130548861" sldId="279"/>
            <ac:spMk id="11" creationId="{AB580E53-64F8-FA49-966C-4B1DF8C2DCFB}"/>
          </ac:spMkLst>
        </pc:spChg>
        <pc:spChg chg="del mod">
          <ac:chgData name="Saul Varshavsky" userId="e8e93936-3c44-4ed8-962b-cba2c196debd" providerId="ADAL" clId="{F64AC934-A852-4C8B-BFA7-A48B7EF1892F}" dt="2026-07-21T01:10:48.531" v="32197" actId="478"/>
          <ac:spMkLst>
            <pc:docMk/>
            <pc:sldMk cId="3130548861" sldId="279"/>
            <ac:spMk id="12" creationId="{6A3A8DF6-439A-9A85-4653-E36381B8D83B}"/>
          </ac:spMkLst>
        </pc:spChg>
        <pc:spChg chg="add mod">
          <ac:chgData name="Saul Varshavsky" userId="e8e93936-3c44-4ed8-962b-cba2c196debd" providerId="ADAL" clId="{F64AC934-A852-4C8B-BFA7-A48B7EF1892F}" dt="2026-07-21T01:10:21.389" v="32188" actId="20577"/>
          <ac:spMkLst>
            <pc:docMk/>
            <pc:sldMk cId="3130548861" sldId="279"/>
            <ac:spMk id="18" creationId="{314D995B-0594-2C35-FFF0-606738CDB8E9}"/>
          </ac:spMkLst>
        </pc:spChg>
        <pc:spChg chg="mod">
          <ac:chgData name="Saul Varshavsky" userId="e8e93936-3c44-4ed8-962b-cba2c196debd" providerId="ADAL" clId="{F64AC934-A852-4C8B-BFA7-A48B7EF1892F}" dt="2026-07-21T01:08:38.155" v="32099" actId="20577"/>
          <ac:spMkLst>
            <pc:docMk/>
            <pc:sldMk cId="3130548861" sldId="279"/>
            <ac:spMk id="26" creationId="{A9F3AF0C-C57E-A2F3-EA59-DBB60BF9EAA9}"/>
          </ac:spMkLst>
        </pc:spChg>
        <pc:cxnChg chg="mod">
          <ac:chgData name="Saul Varshavsky" userId="e8e93936-3c44-4ed8-962b-cba2c196debd" providerId="ADAL" clId="{F64AC934-A852-4C8B-BFA7-A48B7EF1892F}" dt="2026-07-21T01:09:15.313" v="32120" actId="14100"/>
          <ac:cxnSpMkLst>
            <pc:docMk/>
            <pc:sldMk cId="3130548861" sldId="279"/>
            <ac:cxnSpMk id="13" creationId="{BB0E5873-D952-DF29-D762-76E1E52CC726}"/>
          </ac:cxnSpMkLst>
        </pc:cxnChg>
        <pc:cxnChg chg="del mod">
          <ac:chgData name="Saul Varshavsky" userId="e8e93936-3c44-4ed8-962b-cba2c196debd" providerId="ADAL" clId="{F64AC934-A852-4C8B-BFA7-A48B7EF1892F}" dt="2026-07-21T01:08:56.834" v="32114" actId="478"/>
          <ac:cxnSpMkLst>
            <pc:docMk/>
            <pc:sldMk cId="3130548861" sldId="279"/>
            <ac:cxnSpMk id="15" creationId="{23750096-C340-0F7F-E330-A9945F6841F1}"/>
          </ac:cxnSpMkLst>
        </pc:cxnChg>
        <pc:cxnChg chg="del mod">
          <ac:chgData name="Saul Varshavsky" userId="e8e93936-3c44-4ed8-962b-cba2c196debd" providerId="ADAL" clId="{F64AC934-A852-4C8B-BFA7-A48B7EF1892F}" dt="2026-07-21T01:08:59.013" v="32115" actId="478"/>
          <ac:cxnSpMkLst>
            <pc:docMk/>
            <pc:sldMk cId="3130548861" sldId="279"/>
            <ac:cxnSpMk id="17" creationId="{11019E59-3504-793E-40F6-E5D6F4D92D80}"/>
          </ac:cxnSpMkLst>
        </pc:cxnChg>
        <pc:cxnChg chg="add mod">
          <ac:chgData name="Saul Varshavsky" userId="e8e93936-3c44-4ed8-962b-cba2c196debd" providerId="ADAL" clId="{F64AC934-A852-4C8B-BFA7-A48B7EF1892F}" dt="2026-07-21T01:10:35.711" v="32192" actId="14100"/>
          <ac:cxnSpMkLst>
            <pc:docMk/>
            <pc:sldMk cId="3130548861" sldId="279"/>
            <ac:cxnSpMk id="19" creationId="{A5C00A2A-CF94-6EC5-3CE4-36DB40EBEEA4}"/>
          </ac:cxnSpMkLst>
        </pc:cxnChg>
        <pc:cxnChg chg="add mod">
          <ac:chgData name="Saul Varshavsky" userId="e8e93936-3c44-4ed8-962b-cba2c196debd" providerId="ADAL" clId="{F64AC934-A852-4C8B-BFA7-A48B7EF1892F}" dt="2026-07-21T01:10:46.268" v="32196" actId="1076"/>
          <ac:cxnSpMkLst>
            <pc:docMk/>
            <pc:sldMk cId="3130548861" sldId="279"/>
            <ac:cxnSpMk id="22" creationId="{CA2B479D-27F4-E371-D39C-512115BC9688}"/>
          </ac:cxnSpMkLst>
        </pc:cxnChg>
        <pc:cxnChg chg="del mod">
          <ac:chgData name="Saul Varshavsky" userId="e8e93936-3c44-4ed8-962b-cba2c196debd" providerId="ADAL" clId="{F64AC934-A852-4C8B-BFA7-A48B7EF1892F}" dt="2026-07-21T01:08:56.834" v="32114" actId="478"/>
          <ac:cxnSpMkLst>
            <pc:docMk/>
            <pc:sldMk cId="3130548861" sldId="279"/>
            <ac:cxnSpMk id="32" creationId="{8DA67486-273B-523D-7BB0-03F73D78566C}"/>
          </ac:cxnSpMkLst>
        </pc:cxnChg>
      </pc:sldChg>
      <pc:sldChg chg="addSp delSp modSp add mod modAnim">
        <pc:chgData name="Saul Varshavsky" userId="e8e93936-3c44-4ed8-962b-cba2c196debd" providerId="ADAL" clId="{F64AC934-A852-4C8B-BFA7-A48B7EF1892F}" dt="2026-07-21T15:29:17.616" v="37607"/>
        <pc:sldMkLst>
          <pc:docMk/>
          <pc:sldMk cId="2438467575" sldId="280"/>
        </pc:sldMkLst>
        <pc:spChg chg="mod">
          <ac:chgData name="Saul Varshavsky" userId="e8e93936-3c44-4ed8-962b-cba2c196debd" providerId="ADAL" clId="{F64AC934-A852-4C8B-BFA7-A48B7EF1892F}" dt="2026-07-21T14:10:55.306" v="32241" actId="20577"/>
          <ac:spMkLst>
            <pc:docMk/>
            <pc:sldMk cId="2438467575" sldId="280"/>
            <ac:spMk id="2" creationId="{253863A0-8B31-B9B0-EA9B-8C8BDF691206}"/>
          </ac:spMkLst>
        </pc:spChg>
        <pc:spChg chg="mod">
          <ac:chgData name="Saul Varshavsky" userId="e8e93936-3c44-4ed8-962b-cba2c196debd" providerId="ADAL" clId="{F64AC934-A852-4C8B-BFA7-A48B7EF1892F}" dt="2026-07-21T14:16:24.852" v="33770" actId="20577"/>
          <ac:spMkLst>
            <pc:docMk/>
            <pc:sldMk cId="2438467575" sldId="280"/>
            <ac:spMk id="3" creationId="{464323FE-68EA-1DFC-0803-EA3322B5A54A}"/>
          </ac:spMkLst>
        </pc:spChg>
        <pc:spChg chg="mod">
          <ac:chgData name="Saul Varshavsky" userId="e8e93936-3c44-4ed8-962b-cba2c196debd" providerId="ADAL" clId="{F64AC934-A852-4C8B-BFA7-A48B7EF1892F}" dt="2026-07-21T14:20:12.516" v="33950" actId="1076"/>
          <ac:spMkLst>
            <pc:docMk/>
            <pc:sldMk cId="2438467575" sldId="280"/>
            <ac:spMk id="5" creationId="{8747592C-16F3-8074-B458-4E6EEA179E8C}"/>
          </ac:spMkLst>
        </pc:spChg>
        <pc:spChg chg="del mod">
          <ac:chgData name="Saul Varshavsky" userId="e8e93936-3c44-4ed8-962b-cba2c196debd" providerId="ADAL" clId="{F64AC934-A852-4C8B-BFA7-A48B7EF1892F}" dt="2026-07-21T14:21:37.027" v="34021" actId="478"/>
          <ac:spMkLst>
            <pc:docMk/>
            <pc:sldMk cId="2438467575" sldId="280"/>
            <ac:spMk id="7" creationId="{C9EB9B73-9B8A-757F-2235-A0E7DD3B0C1F}"/>
          </ac:spMkLst>
        </pc:spChg>
        <pc:spChg chg="add mod">
          <ac:chgData name="Saul Varshavsky" userId="e8e93936-3c44-4ed8-962b-cba2c196debd" providerId="ADAL" clId="{F64AC934-A852-4C8B-BFA7-A48B7EF1892F}" dt="2026-07-21T14:20:22.043" v="33952" actId="1076"/>
          <ac:spMkLst>
            <pc:docMk/>
            <pc:sldMk cId="2438467575" sldId="280"/>
            <ac:spMk id="9" creationId="{B3349D76-816F-C266-718E-6EC6C3764129}"/>
          </ac:spMkLst>
        </pc:spChg>
        <pc:spChg chg="add mod">
          <ac:chgData name="Saul Varshavsky" userId="e8e93936-3c44-4ed8-962b-cba2c196debd" providerId="ADAL" clId="{F64AC934-A852-4C8B-BFA7-A48B7EF1892F}" dt="2026-07-21T14:20:47.489" v="33977" actId="20577"/>
          <ac:spMkLst>
            <pc:docMk/>
            <pc:sldMk cId="2438467575" sldId="280"/>
            <ac:spMk id="16" creationId="{3521279A-8744-99F9-8DEE-B7AA764F9860}"/>
          </ac:spMkLst>
        </pc:spChg>
        <pc:spChg chg="mod">
          <ac:chgData name="Saul Varshavsky" userId="e8e93936-3c44-4ed8-962b-cba2c196debd" providerId="ADAL" clId="{F64AC934-A852-4C8B-BFA7-A48B7EF1892F}" dt="2026-07-21T14:21:29.649" v="34019" actId="1076"/>
          <ac:spMkLst>
            <pc:docMk/>
            <pc:sldMk cId="2438467575" sldId="280"/>
            <ac:spMk id="18" creationId="{A39421F3-7E0A-0540-4251-7E26804D97AF}"/>
          </ac:spMkLst>
        </pc:spChg>
        <pc:spChg chg="mod">
          <ac:chgData name="Saul Varshavsky" userId="e8e93936-3c44-4ed8-962b-cba2c196debd" providerId="ADAL" clId="{F64AC934-A852-4C8B-BFA7-A48B7EF1892F}" dt="2026-07-21T14:18:03.007" v="33835" actId="20577"/>
          <ac:spMkLst>
            <pc:docMk/>
            <pc:sldMk cId="2438467575" sldId="280"/>
            <ac:spMk id="26" creationId="{2FC8AB9B-E22C-DF46-7F5F-1E00616F5362}"/>
          </ac:spMkLst>
        </pc:spChg>
        <pc:cxnChg chg="add mod">
          <ac:chgData name="Saul Varshavsky" userId="e8e93936-3c44-4ed8-962b-cba2c196debd" providerId="ADAL" clId="{F64AC934-A852-4C8B-BFA7-A48B7EF1892F}" dt="2026-07-21T14:20:28.443" v="33954" actId="14100"/>
          <ac:cxnSpMkLst>
            <pc:docMk/>
            <pc:sldMk cId="2438467575" sldId="280"/>
            <ac:cxnSpMk id="10" creationId="{80DC16A5-36A8-C2C5-7051-3EB8EDAF985B}"/>
          </ac:cxnSpMkLst>
        </pc:cxnChg>
        <pc:cxnChg chg="mod">
          <ac:chgData name="Saul Varshavsky" userId="e8e93936-3c44-4ed8-962b-cba2c196debd" providerId="ADAL" clId="{F64AC934-A852-4C8B-BFA7-A48B7EF1892F}" dt="2026-07-21T14:21:01.428" v="33981" actId="14100"/>
          <ac:cxnSpMkLst>
            <pc:docMk/>
            <pc:sldMk cId="2438467575" sldId="280"/>
            <ac:cxnSpMk id="13" creationId="{3AE9F555-F83E-77D8-272F-706B3BCDD7A0}"/>
          </ac:cxnSpMkLst>
        </pc:cxnChg>
        <pc:cxnChg chg="add mod">
          <ac:chgData name="Saul Varshavsky" userId="e8e93936-3c44-4ed8-962b-cba2c196debd" providerId="ADAL" clId="{F64AC934-A852-4C8B-BFA7-A48B7EF1892F}" dt="2026-07-21T14:20:58.378" v="33980" actId="14100"/>
          <ac:cxnSpMkLst>
            <pc:docMk/>
            <pc:sldMk cId="2438467575" sldId="280"/>
            <ac:cxnSpMk id="17" creationId="{D772EB4F-8619-64D0-253A-36B805BA14B9}"/>
          </ac:cxnSpMkLst>
        </pc:cxnChg>
        <pc:cxnChg chg="mod">
          <ac:chgData name="Saul Varshavsky" userId="e8e93936-3c44-4ed8-962b-cba2c196debd" providerId="ADAL" clId="{F64AC934-A852-4C8B-BFA7-A48B7EF1892F}" dt="2026-07-21T14:21:32.409" v="34020" actId="1076"/>
          <ac:cxnSpMkLst>
            <pc:docMk/>
            <pc:sldMk cId="2438467575" sldId="280"/>
            <ac:cxnSpMk id="19" creationId="{536C6CA4-5DAE-31F7-1D63-88A38AA63EC8}"/>
          </ac:cxnSpMkLst>
        </pc:cxnChg>
        <pc:cxnChg chg="del mod">
          <ac:chgData name="Saul Varshavsky" userId="e8e93936-3c44-4ed8-962b-cba2c196debd" providerId="ADAL" clId="{F64AC934-A852-4C8B-BFA7-A48B7EF1892F}" dt="2026-07-21T14:21:37.027" v="34021" actId="478"/>
          <ac:cxnSpMkLst>
            <pc:docMk/>
            <pc:sldMk cId="2438467575" sldId="280"/>
            <ac:cxnSpMk id="22" creationId="{9012A5B9-487A-7813-88F4-577AC4FACD01}"/>
          </ac:cxnSpMkLst>
        </pc:cxnChg>
      </pc:sldChg>
      <pc:sldChg chg="addSp delSp modSp add mod ord modAnim">
        <pc:chgData name="Saul Varshavsky" userId="e8e93936-3c44-4ed8-962b-cba2c196debd" providerId="ADAL" clId="{F64AC934-A852-4C8B-BFA7-A48B7EF1892F}" dt="2026-07-21T15:30:26.417" v="37617"/>
        <pc:sldMkLst>
          <pc:docMk/>
          <pc:sldMk cId="1626893485" sldId="281"/>
        </pc:sldMkLst>
        <pc:spChg chg="mod">
          <ac:chgData name="Saul Varshavsky" userId="e8e93936-3c44-4ed8-962b-cba2c196debd" providerId="ADAL" clId="{F64AC934-A852-4C8B-BFA7-A48B7EF1892F}" dt="2026-07-21T14:24:19.115" v="34055" actId="20577"/>
          <ac:spMkLst>
            <pc:docMk/>
            <pc:sldMk cId="1626893485" sldId="281"/>
            <ac:spMk id="2" creationId="{E79A5E7A-E52E-B123-91EB-5024134EA951}"/>
          </ac:spMkLst>
        </pc:spChg>
        <pc:spChg chg="mod">
          <ac:chgData name="Saul Varshavsky" userId="e8e93936-3c44-4ed8-962b-cba2c196debd" providerId="ADAL" clId="{F64AC934-A852-4C8B-BFA7-A48B7EF1892F}" dt="2026-07-21T14:44:59.874" v="36342" actId="20577"/>
          <ac:spMkLst>
            <pc:docMk/>
            <pc:sldMk cId="1626893485" sldId="281"/>
            <ac:spMk id="3" creationId="{D094E5B5-62F1-B206-79F5-C609320549E6}"/>
          </ac:spMkLst>
        </pc:spChg>
        <pc:spChg chg="mod">
          <ac:chgData name="Saul Varshavsky" userId="e8e93936-3c44-4ed8-962b-cba2c196debd" providerId="ADAL" clId="{F64AC934-A852-4C8B-BFA7-A48B7EF1892F}" dt="2026-07-21T14:39:42.798" v="36066" actId="1076"/>
          <ac:spMkLst>
            <pc:docMk/>
            <pc:sldMk cId="1626893485" sldId="281"/>
            <ac:spMk id="5" creationId="{4567366F-60B0-5643-6211-4CB79F4B4C4C}"/>
          </ac:spMkLst>
        </pc:spChg>
        <pc:spChg chg="add mod">
          <ac:chgData name="Saul Varshavsky" userId="e8e93936-3c44-4ed8-962b-cba2c196debd" providerId="ADAL" clId="{F64AC934-A852-4C8B-BFA7-A48B7EF1892F}" dt="2026-07-21T14:41:52.579" v="36174" actId="1076"/>
          <ac:spMkLst>
            <pc:docMk/>
            <pc:sldMk cId="1626893485" sldId="281"/>
            <ac:spMk id="6" creationId="{C1516E77-3273-65C1-3257-729883CBAAE4}"/>
          </ac:spMkLst>
        </pc:spChg>
        <pc:spChg chg="mod">
          <ac:chgData name="Saul Varshavsky" userId="e8e93936-3c44-4ed8-962b-cba2c196debd" providerId="ADAL" clId="{F64AC934-A852-4C8B-BFA7-A48B7EF1892F}" dt="2026-07-21T14:43:09.360" v="36244" actId="1076"/>
          <ac:spMkLst>
            <pc:docMk/>
            <pc:sldMk cId="1626893485" sldId="281"/>
            <ac:spMk id="7" creationId="{2B43A58C-FB42-0830-ACB5-22816066CAC9}"/>
          </ac:spMkLst>
        </pc:spChg>
        <pc:spChg chg="mod">
          <ac:chgData name="Saul Varshavsky" userId="e8e93936-3c44-4ed8-962b-cba2c196debd" providerId="ADAL" clId="{F64AC934-A852-4C8B-BFA7-A48B7EF1892F}" dt="2026-07-21T14:40:59.222" v="36161" actId="1076"/>
          <ac:spMkLst>
            <pc:docMk/>
            <pc:sldMk cId="1626893485" sldId="281"/>
            <ac:spMk id="9" creationId="{42BF74E3-35DA-8338-F6D2-7F093BD550BF}"/>
          </ac:spMkLst>
        </pc:spChg>
        <pc:spChg chg="del mod">
          <ac:chgData name="Saul Varshavsky" userId="e8e93936-3c44-4ed8-962b-cba2c196debd" providerId="ADAL" clId="{F64AC934-A852-4C8B-BFA7-A48B7EF1892F}" dt="2026-07-21T14:41:17.434" v="36167" actId="478"/>
          <ac:spMkLst>
            <pc:docMk/>
            <pc:sldMk cId="1626893485" sldId="281"/>
            <ac:spMk id="15" creationId="{791FFAA1-5656-4F7A-6C15-93D1C6DEC1F0}"/>
          </ac:spMkLst>
        </pc:spChg>
        <pc:spChg chg="add mod">
          <ac:chgData name="Saul Varshavsky" userId="e8e93936-3c44-4ed8-962b-cba2c196debd" providerId="ADAL" clId="{F64AC934-A852-4C8B-BFA7-A48B7EF1892F}" dt="2026-07-21T14:43:22.534" v="36263" actId="20577"/>
          <ac:spMkLst>
            <pc:docMk/>
            <pc:sldMk cId="1626893485" sldId="281"/>
            <ac:spMk id="19" creationId="{CBC6D020-98DD-3CE8-B9F6-A4B1C9B973E7}"/>
          </ac:spMkLst>
        </pc:spChg>
        <pc:spChg chg="add mod">
          <ac:chgData name="Saul Varshavsky" userId="e8e93936-3c44-4ed8-962b-cba2c196debd" providerId="ADAL" clId="{F64AC934-A852-4C8B-BFA7-A48B7EF1892F}" dt="2026-07-21T14:43:40.450" v="36282" actId="20577"/>
          <ac:spMkLst>
            <pc:docMk/>
            <pc:sldMk cId="1626893485" sldId="281"/>
            <ac:spMk id="21" creationId="{FDB818C6-CB1B-A6FC-6F15-4E0F47B7116E}"/>
          </ac:spMkLst>
        </pc:spChg>
        <pc:cxnChg chg="del mod">
          <ac:chgData name="Saul Varshavsky" userId="e8e93936-3c44-4ed8-962b-cba2c196debd" providerId="ADAL" clId="{F64AC934-A852-4C8B-BFA7-A48B7EF1892F}" dt="2026-07-21T14:41:18.786" v="36168" actId="478"/>
          <ac:cxnSpMkLst>
            <pc:docMk/>
            <pc:sldMk cId="1626893485" sldId="281"/>
            <ac:cxnSpMk id="12" creationId="{4B7D07DE-4FE3-19DD-02F8-ABECD7F051C5}"/>
          </ac:cxnSpMkLst>
        </pc:cxnChg>
        <pc:cxnChg chg="add mod">
          <ac:chgData name="Saul Varshavsky" userId="e8e93936-3c44-4ed8-962b-cba2c196debd" providerId="ADAL" clId="{F64AC934-A852-4C8B-BFA7-A48B7EF1892F}" dt="2026-07-21T14:41:42.803" v="36172" actId="14100"/>
          <ac:cxnSpMkLst>
            <pc:docMk/>
            <pc:sldMk cId="1626893485" sldId="281"/>
            <ac:cxnSpMk id="13" creationId="{2698C0B2-C53D-08A7-20B0-E802641D1E2B}"/>
          </ac:cxnSpMkLst>
        </pc:cxnChg>
        <pc:cxnChg chg="mod">
          <ac:chgData name="Saul Varshavsky" userId="e8e93936-3c44-4ed8-962b-cba2c196debd" providerId="ADAL" clId="{F64AC934-A852-4C8B-BFA7-A48B7EF1892F}" dt="2026-07-21T14:41:55.699" v="36175" actId="1076"/>
          <ac:cxnSpMkLst>
            <pc:docMk/>
            <pc:sldMk cId="1626893485" sldId="281"/>
            <ac:cxnSpMk id="17" creationId="{D3C08416-3A4D-32E3-6FE3-4774A31FADD4}"/>
          </ac:cxnSpMkLst>
        </pc:cxnChg>
        <pc:cxnChg chg="add mod">
          <ac:chgData name="Saul Varshavsky" userId="e8e93936-3c44-4ed8-962b-cba2c196debd" providerId="ADAL" clId="{F64AC934-A852-4C8B-BFA7-A48B7EF1892F}" dt="2026-07-21T14:43:49.133" v="36285" actId="14100"/>
          <ac:cxnSpMkLst>
            <pc:docMk/>
            <pc:sldMk cId="1626893485" sldId="281"/>
            <ac:cxnSpMk id="22" creationId="{9AF292EB-54B5-33A5-FF09-E464711FE53B}"/>
          </ac:cxnSpMkLst>
        </pc:cxnChg>
        <pc:cxnChg chg="del mod">
          <ac:chgData name="Saul Varshavsky" userId="e8e93936-3c44-4ed8-962b-cba2c196debd" providerId="ADAL" clId="{F64AC934-A852-4C8B-BFA7-A48B7EF1892F}" dt="2026-07-21T14:43:34.660" v="36267" actId="478"/>
          <ac:cxnSpMkLst>
            <pc:docMk/>
            <pc:sldMk cId="1626893485" sldId="281"/>
            <ac:cxnSpMk id="23" creationId="{4DEE809A-5123-9B5B-FCCC-5443B3F08815}"/>
          </ac:cxnSpMkLst>
        </pc:cxnChg>
        <pc:cxnChg chg="add mod">
          <ac:chgData name="Saul Varshavsky" userId="e8e93936-3c44-4ed8-962b-cba2c196debd" providerId="ADAL" clId="{F64AC934-A852-4C8B-BFA7-A48B7EF1892F}" dt="2026-07-21T14:44:01.752" v="36287" actId="1076"/>
          <ac:cxnSpMkLst>
            <pc:docMk/>
            <pc:sldMk cId="1626893485" sldId="281"/>
            <ac:cxnSpMk id="25" creationId="{222BFA3A-42F1-B135-F6A4-B489778D922C}"/>
          </ac:cxnSpMkLst>
        </pc:cxnChg>
        <pc:cxnChg chg="add mod">
          <ac:chgData name="Saul Varshavsky" userId="e8e93936-3c44-4ed8-962b-cba2c196debd" providerId="ADAL" clId="{F64AC934-A852-4C8B-BFA7-A48B7EF1892F}" dt="2026-07-21T14:44:12.579" v="36290" actId="14100"/>
          <ac:cxnSpMkLst>
            <pc:docMk/>
            <pc:sldMk cId="1626893485" sldId="281"/>
            <ac:cxnSpMk id="26" creationId="{1C6D6300-46AC-3F43-4696-872DAE039839}"/>
          </ac:cxnSpMkLst>
        </pc:cxnChg>
      </pc:sldChg>
      <pc:sldChg chg="addSp delSp modSp add mod ord modAnim">
        <pc:chgData name="Saul Varshavsky" userId="e8e93936-3c44-4ed8-962b-cba2c196debd" providerId="ADAL" clId="{F64AC934-A852-4C8B-BFA7-A48B7EF1892F}" dt="2026-07-21T15:30:58.619" v="37623"/>
        <pc:sldMkLst>
          <pc:docMk/>
          <pc:sldMk cId="622831053" sldId="282"/>
        </pc:sldMkLst>
        <pc:spChg chg="mod">
          <ac:chgData name="Saul Varshavsky" userId="e8e93936-3c44-4ed8-962b-cba2c196debd" providerId="ADAL" clId="{F64AC934-A852-4C8B-BFA7-A48B7EF1892F}" dt="2026-07-21T14:46:53.715" v="36388" actId="20577"/>
          <ac:spMkLst>
            <pc:docMk/>
            <pc:sldMk cId="622831053" sldId="282"/>
            <ac:spMk id="2" creationId="{72738567-4CA2-CE2E-B110-01B8A5499E08}"/>
          </ac:spMkLst>
        </pc:spChg>
        <pc:spChg chg="mod">
          <ac:chgData name="Saul Varshavsky" userId="e8e93936-3c44-4ed8-962b-cba2c196debd" providerId="ADAL" clId="{F64AC934-A852-4C8B-BFA7-A48B7EF1892F}" dt="2026-07-21T14:56:52.399" v="37434" actId="20577"/>
          <ac:spMkLst>
            <pc:docMk/>
            <pc:sldMk cId="622831053" sldId="282"/>
            <ac:spMk id="3" creationId="{3A04517A-A634-323D-0CC7-BE3D77F84020}"/>
          </ac:spMkLst>
        </pc:spChg>
        <pc:spChg chg="del mod">
          <ac:chgData name="Saul Varshavsky" userId="e8e93936-3c44-4ed8-962b-cba2c196debd" providerId="ADAL" clId="{F64AC934-A852-4C8B-BFA7-A48B7EF1892F}" dt="2026-07-21T14:53:58.329" v="37294" actId="478"/>
          <ac:spMkLst>
            <pc:docMk/>
            <pc:sldMk cId="622831053" sldId="282"/>
            <ac:spMk id="5" creationId="{4C84CE3F-FA4B-8690-BE69-28A861C9FFF4}"/>
          </ac:spMkLst>
        </pc:spChg>
        <pc:spChg chg="add mod">
          <ac:chgData name="Saul Varshavsky" userId="e8e93936-3c44-4ed8-962b-cba2c196debd" providerId="ADAL" clId="{F64AC934-A852-4C8B-BFA7-A48B7EF1892F}" dt="2026-07-21T14:54:45.258" v="37353" actId="1076"/>
          <ac:spMkLst>
            <pc:docMk/>
            <pc:sldMk cId="622831053" sldId="282"/>
            <ac:spMk id="6" creationId="{CA278DBD-7A15-F3B3-98EF-3841D64B71DE}"/>
          </ac:spMkLst>
        </pc:spChg>
        <pc:spChg chg="add mod">
          <ac:chgData name="Saul Varshavsky" userId="e8e93936-3c44-4ed8-962b-cba2c196debd" providerId="ADAL" clId="{F64AC934-A852-4C8B-BFA7-A48B7EF1892F}" dt="2026-07-21T14:55:03.213" v="37359" actId="20577"/>
          <ac:spMkLst>
            <pc:docMk/>
            <pc:sldMk cId="622831053" sldId="282"/>
            <ac:spMk id="8" creationId="{17C1E0A9-0C28-1C1F-A4C5-84AC70A7D852}"/>
          </ac:spMkLst>
        </pc:spChg>
        <pc:spChg chg="del mod">
          <ac:chgData name="Saul Varshavsky" userId="e8e93936-3c44-4ed8-962b-cba2c196debd" providerId="ADAL" clId="{F64AC934-A852-4C8B-BFA7-A48B7EF1892F}" dt="2026-07-21T14:54:00.395" v="37295" actId="478"/>
          <ac:spMkLst>
            <pc:docMk/>
            <pc:sldMk cId="622831053" sldId="282"/>
            <ac:spMk id="9" creationId="{0FBCC429-24E3-59A9-759C-61A7CCD25A53}"/>
          </ac:spMkLst>
        </pc:spChg>
        <pc:spChg chg="del mod">
          <ac:chgData name="Saul Varshavsky" userId="e8e93936-3c44-4ed8-962b-cba2c196debd" providerId="ADAL" clId="{F64AC934-A852-4C8B-BFA7-A48B7EF1892F}" dt="2026-07-21T14:53:58.329" v="37294" actId="478"/>
          <ac:spMkLst>
            <pc:docMk/>
            <pc:sldMk cId="622831053" sldId="282"/>
            <ac:spMk id="16" creationId="{6A9B15A9-EACB-9CA4-BFAE-9F92301E0950}"/>
          </ac:spMkLst>
        </pc:spChg>
        <pc:spChg chg="del mod">
          <ac:chgData name="Saul Varshavsky" userId="e8e93936-3c44-4ed8-962b-cba2c196debd" providerId="ADAL" clId="{F64AC934-A852-4C8B-BFA7-A48B7EF1892F}" dt="2026-07-21T14:53:58.329" v="37294" actId="478"/>
          <ac:spMkLst>
            <pc:docMk/>
            <pc:sldMk cId="622831053" sldId="282"/>
            <ac:spMk id="18" creationId="{BF9A53A8-EA1B-23F5-CEEC-0BD79C609B25}"/>
          </ac:spMkLst>
        </pc:spChg>
        <pc:spChg chg="add mod">
          <ac:chgData name="Saul Varshavsky" userId="e8e93936-3c44-4ed8-962b-cba2c196debd" providerId="ADAL" clId="{F64AC934-A852-4C8B-BFA7-A48B7EF1892F}" dt="2026-07-21T14:55:59.813" v="37420" actId="1076"/>
          <ac:spMkLst>
            <pc:docMk/>
            <pc:sldMk cId="622831053" sldId="282"/>
            <ac:spMk id="22" creationId="{BB1F16EC-7136-5FD8-0BC7-541195C4888A}"/>
          </ac:spMkLst>
        </pc:spChg>
        <pc:spChg chg="mod">
          <ac:chgData name="Saul Varshavsky" userId="e8e93936-3c44-4ed8-962b-cba2c196debd" providerId="ADAL" clId="{F64AC934-A852-4C8B-BFA7-A48B7EF1892F}" dt="2026-07-21T14:54:57.874" v="37356" actId="1076"/>
          <ac:spMkLst>
            <pc:docMk/>
            <pc:sldMk cId="622831053" sldId="282"/>
            <ac:spMk id="26" creationId="{1F56F5A6-FEB5-2998-8D1A-A9BEA7BA8296}"/>
          </ac:spMkLst>
        </pc:spChg>
        <pc:cxnChg chg="del mod">
          <ac:chgData name="Saul Varshavsky" userId="e8e93936-3c44-4ed8-962b-cba2c196debd" providerId="ADAL" clId="{F64AC934-A852-4C8B-BFA7-A48B7EF1892F}" dt="2026-07-21T14:56:13.879" v="37425" actId="478"/>
          <ac:cxnSpMkLst>
            <pc:docMk/>
            <pc:sldMk cId="622831053" sldId="282"/>
            <ac:cxnSpMk id="10" creationId="{A5D0DD21-3566-FB1F-9FC7-3693B8C87604}"/>
          </ac:cxnSpMkLst>
        </pc:cxnChg>
        <pc:cxnChg chg="mod">
          <ac:chgData name="Saul Varshavsky" userId="e8e93936-3c44-4ed8-962b-cba2c196debd" providerId="ADAL" clId="{F64AC934-A852-4C8B-BFA7-A48B7EF1892F}" dt="2026-07-21T14:56:07.071" v="37424" actId="14100"/>
          <ac:cxnSpMkLst>
            <pc:docMk/>
            <pc:sldMk cId="622831053" sldId="282"/>
            <ac:cxnSpMk id="13" creationId="{76F3A070-AE18-4952-1F24-3979E8211A0D}"/>
          </ac:cxnSpMkLst>
        </pc:cxnChg>
        <pc:cxnChg chg="add mod">
          <ac:chgData name="Saul Varshavsky" userId="e8e93936-3c44-4ed8-962b-cba2c196debd" providerId="ADAL" clId="{F64AC934-A852-4C8B-BFA7-A48B7EF1892F}" dt="2026-07-21T14:55:27.318" v="37368" actId="14100"/>
          <ac:cxnSpMkLst>
            <pc:docMk/>
            <pc:sldMk cId="622831053" sldId="282"/>
            <ac:cxnSpMk id="14" creationId="{117818AE-FCEF-4615-2DB6-32E7E65585E0}"/>
          </ac:cxnSpMkLst>
        </pc:cxnChg>
        <pc:cxnChg chg="del mod">
          <ac:chgData name="Saul Varshavsky" userId="e8e93936-3c44-4ed8-962b-cba2c196debd" providerId="ADAL" clId="{F64AC934-A852-4C8B-BFA7-A48B7EF1892F}" dt="2026-07-21T14:56:13.879" v="37425" actId="478"/>
          <ac:cxnSpMkLst>
            <pc:docMk/>
            <pc:sldMk cId="622831053" sldId="282"/>
            <ac:cxnSpMk id="17" creationId="{52A47195-5655-C8B7-0804-49D65456BB7C}"/>
          </ac:cxnSpMkLst>
        </pc:cxnChg>
        <pc:cxnChg chg="mod">
          <ac:chgData name="Saul Varshavsky" userId="e8e93936-3c44-4ed8-962b-cba2c196debd" providerId="ADAL" clId="{F64AC934-A852-4C8B-BFA7-A48B7EF1892F}" dt="2026-07-21T14:55:14.732" v="37363" actId="14100"/>
          <ac:cxnSpMkLst>
            <pc:docMk/>
            <pc:sldMk cId="622831053" sldId="282"/>
            <ac:cxnSpMk id="19" creationId="{979FB784-8A52-EF97-E78D-3F8EDDDCF676}"/>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D01F24-7659-4B95-BE62-603A99739ACB}" type="datetimeFigureOut">
              <a:rPr lang="en-US" smtClean="0"/>
              <a:t>7/21/2026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09489B-AF65-4D02-A1C0-FDF72973AF0D}" type="slidenum">
              <a:rPr lang="en-US" smtClean="0"/>
              <a:t>‹#›</a:t>
            </a:fld>
            <a:endParaRPr lang="en-US"/>
          </a:p>
        </p:txBody>
      </p:sp>
    </p:spTree>
    <p:extLst>
      <p:ext uri="{BB962C8B-B14F-4D97-AF65-F5344CB8AC3E}">
        <p14:creationId xmlns:p14="http://schemas.microsoft.com/office/powerpoint/2010/main" val="39675523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09489B-AF65-4D02-A1C0-FDF72973AF0D}" type="slidenum">
              <a:rPr lang="en-US" smtClean="0"/>
              <a:t>9</a:t>
            </a:fld>
            <a:endParaRPr lang="en-US"/>
          </a:p>
        </p:txBody>
      </p:sp>
    </p:spTree>
    <p:extLst>
      <p:ext uri="{BB962C8B-B14F-4D97-AF65-F5344CB8AC3E}">
        <p14:creationId xmlns:p14="http://schemas.microsoft.com/office/powerpoint/2010/main" val="22594798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DFB5C-FFC6-4097-0580-91730CED56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8CE717-7E73-AA21-02E8-7B2C4099D7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730D42-5E5C-BBBD-19E5-EF9BCE62AD0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701441E-2703-A7E4-CA4D-3F8482CF8CB8}"/>
              </a:ext>
            </a:extLst>
          </p:cNvPr>
          <p:cNvSpPr>
            <a:spLocks noGrp="1"/>
          </p:cNvSpPr>
          <p:nvPr>
            <p:ph type="sldNum" sz="quarter" idx="5"/>
          </p:nvPr>
        </p:nvSpPr>
        <p:spPr/>
        <p:txBody>
          <a:bodyPr/>
          <a:lstStyle/>
          <a:p>
            <a:fld id="{AB09489B-AF65-4D02-A1C0-FDF72973AF0D}" type="slidenum">
              <a:rPr lang="en-US" smtClean="0"/>
              <a:t>10</a:t>
            </a:fld>
            <a:endParaRPr lang="en-US"/>
          </a:p>
        </p:txBody>
      </p:sp>
    </p:spTree>
    <p:extLst>
      <p:ext uri="{BB962C8B-B14F-4D97-AF65-F5344CB8AC3E}">
        <p14:creationId xmlns:p14="http://schemas.microsoft.com/office/powerpoint/2010/main" val="12306745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92CE5-9960-1441-B601-064BD621B6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A481E0-8090-3585-1F42-40FDA67C00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CF624A-B7CE-A76C-75F9-69F422F3DD1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698E3B1-959A-25B5-FC1C-0AF3173847B2}"/>
              </a:ext>
            </a:extLst>
          </p:cNvPr>
          <p:cNvSpPr>
            <a:spLocks noGrp="1"/>
          </p:cNvSpPr>
          <p:nvPr>
            <p:ph type="sldNum" sz="quarter" idx="5"/>
          </p:nvPr>
        </p:nvSpPr>
        <p:spPr/>
        <p:txBody>
          <a:bodyPr/>
          <a:lstStyle/>
          <a:p>
            <a:fld id="{AB09489B-AF65-4D02-A1C0-FDF72973AF0D}" type="slidenum">
              <a:rPr lang="en-US" smtClean="0"/>
              <a:t>11</a:t>
            </a:fld>
            <a:endParaRPr lang="en-US"/>
          </a:p>
        </p:txBody>
      </p:sp>
    </p:spTree>
    <p:extLst>
      <p:ext uri="{BB962C8B-B14F-4D97-AF65-F5344CB8AC3E}">
        <p14:creationId xmlns:p14="http://schemas.microsoft.com/office/powerpoint/2010/main" val="10305334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512D18-553D-9BBA-3EDC-1DC0AA093E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284070-C2A4-8381-CF20-32AB88F3B4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EF91BC-BAED-C26D-2929-7AA839B89E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2B2A38B-EB84-9F03-3DAA-A31E890A2753}"/>
              </a:ext>
            </a:extLst>
          </p:cNvPr>
          <p:cNvSpPr>
            <a:spLocks noGrp="1"/>
          </p:cNvSpPr>
          <p:nvPr>
            <p:ph type="sldNum" sz="quarter" idx="5"/>
          </p:nvPr>
        </p:nvSpPr>
        <p:spPr/>
        <p:txBody>
          <a:bodyPr/>
          <a:lstStyle/>
          <a:p>
            <a:fld id="{AB09489B-AF65-4D02-A1C0-FDF72973AF0D}" type="slidenum">
              <a:rPr lang="en-US" smtClean="0"/>
              <a:t>12</a:t>
            </a:fld>
            <a:endParaRPr lang="en-US"/>
          </a:p>
        </p:txBody>
      </p:sp>
    </p:spTree>
    <p:extLst>
      <p:ext uri="{BB962C8B-B14F-4D97-AF65-F5344CB8AC3E}">
        <p14:creationId xmlns:p14="http://schemas.microsoft.com/office/powerpoint/2010/main" val="12866365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DB7F83-C22B-114E-A2AB-CFB28235D3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97C13E-A4DA-77A2-77B7-4285526963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72A0BA-485D-7BB5-1237-954C8F61834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8E8B661-CB03-9FDD-FE92-B3342D2DAD62}"/>
              </a:ext>
            </a:extLst>
          </p:cNvPr>
          <p:cNvSpPr>
            <a:spLocks noGrp="1"/>
          </p:cNvSpPr>
          <p:nvPr>
            <p:ph type="sldNum" sz="quarter" idx="5"/>
          </p:nvPr>
        </p:nvSpPr>
        <p:spPr/>
        <p:txBody>
          <a:bodyPr/>
          <a:lstStyle/>
          <a:p>
            <a:fld id="{AB09489B-AF65-4D02-A1C0-FDF72973AF0D}" type="slidenum">
              <a:rPr lang="en-US" smtClean="0"/>
              <a:t>14</a:t>
            </a:fld>
            <a:endParaRPr lang="en-US"/>
          </a:p>
        </p:txBody>
      </p:sp>
    </p:spTree>
    <p:extLst>
      <p:ext uri="{BB962C8B-B14F-4D97-AF65-F5344CB8AC3E}">
        <p14:creationId xmlns:p14="http://schemas.microsoft.com/office/powerpoint/2010/main" val="8516280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E3CE6F-1BEF-FB71-8A1F-67B8553225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5BF383-CA99-D2BE-41CF-EE31DE25FD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081707-0255-2591-6052-95C3C9109F4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BC76ACD-8352-5D1F-D766-DE19138E48BD}"/>
              </a:ext>
            </a:extLst>
          </p:cNvPr>
          <p:cNvSpPr>
            <a:spLocks noGrp="1"/>
          </p:cNvSpPr>
          <p:nvPr>
            <p:ph type="sldNum" sz="quarter" idx="5"/>
          </p:nvPr>
        </p:nvSpPr>
        <p:spPr/>
        <p:txBody>
          <a:bodyPr/>
          <a:lstStyle/>
          <a:p>
            <a:fld id="{AB09489B-AF65-4D02-A1C0-FDF72973AF0D}" type="slidenum">
              <a:rPr lang="en-US" smtClean="0"/>
              <a:t>15</a:t>
            </a:fld>
            <a:endParaRPr lang="en-US"/>
          </a:p>
        </p:txBody>
      </p:sp>
    </p:spTree>
    <p:extLst>
      <p:ext uri="{BB962C8B-B14F-4D97-AF65-F5344CB8AC3E}">
        <p14:creationId xmlns:p14="http://schemas.microsoft.com/office/powerpoint/2010/main" val="51773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A2EF72-B232-6C3A-5F1A-2A6CBBE806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538C4A-57D2-7554-227E-3CD90330DE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6EE6DE-1BBA-AC52-59AE-E72161EA001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1A531AF-75D5-C85B-BE3F-CB7F58903227}"/>
              </a:ext>
            </a:extLst>
          </p:cNvPr>
          <p:cNvSpPr>
            <a:spLocks noGrp="1"/>
          </p:cNvSpPr>
          <p:nvPr>
            <p:ph type="sldNum" sz="quarter" idx="5"/>
          </p:nvPr>
        </p:nvSpPr>
        <p:spPr/>
        <p:txBody>
          <a:bodyPr/>
          <a:lstStyle/>
          <a:p>
            <a:fld id="{AB09489B-AF65-4D02-A1C0-FDF72973AF0D}" type="slidenum">
              <a:rPr lang="en-US" smtClean="0"/>
              <a:t>18</a:t>
            </a:fld>
            <a:endParaRPr lang="en-US"/>
          </a:p>
        </p:txBody>
      </p:sp>
    </p:spTree>
    <p:extLst>
      <p:ext uri="{BB962C8B-B14F-4D97-AF65-F5344CB8AC3E}">
        <p14:creationId xmlns:p14="http://schemas.microsoft.com/office/powerpoint/2010/main" val="33565573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C88510-7875-5ECA-A368-F93DA1205B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52FC2A-A357-25EA-C9E6-518BAE7589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56A6E3-0796-29D8-9596-AF41828542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E7C4A99-7567-3BEB-965B-31F4C0A0656D}"/>
              </a:ext>
            </a:extLst>
          </p:cNvPr>
          <p:cNvSpPr>
            <a:spLocks noGrp="1"/>
          </p:cNvSpPr>
          <p:nvPr>
            <p:ph type="sldNum" sz="quarter" idx="5"/>
          </p:nvPr>
        </p:nvSpPr>
        <p:spPr/>
        <p:txBody>
          <a:bodyPr/>
          <a:lstStyle/>
          <a:p>
            <a:fld id="{AB09489B-AF65-4D02-A1C0-FDF72973AF0D}" type="slidenum">
              <a:rPr lang="en-US" smtClean="0"/>
              <a:t>19</a:t>
            </a:fld>
            <a:endParaRPr lang="en-US"/>
          </a:p>
        </p:txBody>
      </p:sp>
    </p:spTree>
    <p:extLst>
      <p:ext uri="{BB962C8B-B14F-4D97-AF65-F5344CB8AC3E}">
        <p14:creationId xmlns:p14="http://schemas.microsoft.com/office/powerpoint/2010/main" val="34860229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E31D31-1472-8404-EAE6-B049B4EA5A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29FEF4-C87D-8472-215D-65BE9DEAFB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54D2F7-5749-9AD4-9244-5D1F4FEFD77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4A0EB7F-E80E-D286-C141-0F416FE458BB}"/>
              </a:ext>
            </a:extLst>
          </p:cNvPr>
          <p:cNvSpPr>
            <a:spLocks noGrp="1"/>
          </p:cNvSpPr>
          <p:nvPr>
            <p:ph type="sldNum" sz="quarter" idx="5"/>
          </p:nvPr>
        </p:nvSpPr>
        <p:spPr/>
        <p:txBody>
          <a:bodyPr/>
          <a:lstStyle/>
          <a:p>
            <a:fld id="{AB09489B-AF65-4D02-A1C0-FDF72973AF0D}" type="slidenum">
              <a:rPr lang="en-US" smtClean="0"/>
              <a:t>20</a:t>
            </a:fld>
            <a:endParaRPr lang="en-US"/>
          </a:p>
        </p:txBody>
      </p:sp>
    </p:spTree>
    <p:extLst>
      <p:ext uri="{BB962C8B-B14F-4D97-AF65-F5344CB8AC3E}">
        <p14:creationId xmlns:p14="http://schemas.microsoft.com/office/powerpoint/2010/main" val="27238503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E411F2-E38B-F97B-CA16-6CE9A95E0F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667A60-E38A-585D-C780-C58935B733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8088E0-E41D-9FE6-CB18-145EADA381F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969595F-5313-FB2A-508A-2BFA45769222}"/>
              </a:ext>
            </a:extLst>
          </p:cNvPr>
          <p:cNvSpPr>
            <a:spLocks noGrp="1"/>
          </p:cNvSpPr>
          <p:nvPr>
            <p:ph type="sldNum" sz="quarter" idx="5"/>
          </p:nvPr>
        </p:nvSpPr>
        <p:spPr/>
        <p:txBody>
          <a:bodyPr/>
          <a:lstStyle/>
          <a:p>
            <a:fld id="{AB09489B-AF65-4D02-A1C0-FDF72973AF0D}" type="slidenum">
              <a:rPr lang="en-US" smtClean="0"/>
              <a:t>23</a:t>
            </a:fld>
            <a:endParaRPr lang="en-US"/>
          </a:p>
        </p:txBody>
      </p:sp>
    </p:spTree>
    <p:extLst>
      <p:ext uri="{BB962C8B-B14F-4D97-AF65-F5344CB8AC3E}">
        <p14:creationId xmlns:p14="http://schemas.microsoft.com/office/powerpoint/2010/main" val="30467046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1080C8-FEAA-94DD-93E8-D471FA8F6F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AC1418-7656-E92A-6107-29501FEC02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B36B04-668A-6270-3436-6A5730252E2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8DF895E-3473-5CAB-8682-8CCC97B45410}"/>
              </a:ext>
            </a:extLst>
          </p:cNvPr>
          <p:cNvSpPr>
            <a:spLocks noGrp="1"/>
          </p:cNvSpPr>
          <p:nvPr>
            <p:ph type="sldNum" sz="quarter" idx="5"/>
          </p:nvPr>
        </p:nvSpPr>
        <p:spPr/>
        <p:txBody>
          <a:bodyPr/>
          <a:lstStyle/>
          <a:p>
            <a:fld id="{AB09489B-AF65-4D02-A1C0-FDF72973AF0D}" type="slidenum">
              <a:rPr lang="en-US" smtClean="0"/>
              <a:t>24</a:t>
            </a:fld>
            <a:endParaRPr lang="en-US"/>
          </a:p>
        </p:txBody>
      </p:sp>
    </p:spTree>
    <p:extLst>
      <p:ext uri="{BB962C8B-B14F-4D97-AF65-F5344CB8AC3E}">
        <p14:creationId xmlns:p14="http://schemas.microsoft.com/office/powerpoint/2010/main" val="34960767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D0F682-19BE-6B1B-EE58-9BE2F18BF7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7D57E2-0CA9-DA1D-4ED7-A01F0E6ADB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54772D-6499-B948-293F-5BAF91C0054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9F9477C-3DED-3884-810D-B7A8B3A7152C}"/>
              </a:ext>
            </a:extLst>
          </p:cNvPr>
          <p:cNvSpPr>
            <a:spLocks noGrp="1"/>
          </p:cNvSpPr>
          <p:nvPr>
            <p:ph type="sldNum" sz="quarter" idx="5"/>
          </p:nvPr>
        </p:nvSpPr>
        <p:spPr/>
        <p:txBody>
          <a:bodyPr/>
          <a:lstStyle/>
          <a:p>
            <a:fld id="{AB09489B-AF65-4D02-A1C0-FDF72973AF0D}" type="slidenum">
              <a:rPr lang="en-US" smtClean="0"/>
              <a:t>25</a:t>
            </a:fld>
            <a:endParaRPr lang="en-US"/>
          </a:p>
        </p:txBody>
      </p:sp>
    </p:spTree>
    <p:extLst>
      <p:ext uri="{BB962C8B-B14F-4D97-AF65-F5344CB8AC3E}">
        <p14:creationId xmlns:p14="http://schemas.microsoft.com/office/powerpoint/2010/main" val="4059187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5263A0-FA7B-270D-31AC-1FC38063C5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DF0F10-691B-9D42-9725-BB9EE0E432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083507-D55A-FAFB-A327-3270B2CCF4A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B8E5BCE-C9A3-4A98-BA3B-787170D354E1}"/>
              </a:ext>
            </a:extLst>
          </p:cNvPr>
          <p:cNvSpPr>
            <a:spLocks noGrp="1"/>
          </p:cNvSpPr>
          <p:nvPr>
            <p:ph type="sldNum" sz="quarter" idx="5"/>
          </p:nvPr>
        </p:nvSpPr>
        <p:spPr/>
        <p:txBody>
          <a:bodyPr/>
          <a:lstStyle/>
          <a:p>
            <a:fld id="{AB09489B-AF65-4D02-A1C0-FDF72973AF0D}" type="slidenum">
              <a:rPr lang="en-US" smtClean="0"/>
              <a:t>27</a:t>
            </a:fld>
            <a:endParaRPr lang="en-US"/>
          </a:p>
        </p:txBody>
      </p:sp>
    </p:spTree>
    <p:extLst>
      <p:ext uri="{BB962C8B-B14F-4D97-AF65-F5344CB8AC3E}">
        <p14:creationId xmlns:p14="http://schemas.microsoft.com/office/powerpoint/2010/main" val="13192173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7/21/2026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4480835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7/21/2026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002526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7/21/2026</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6314684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7/21/2026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001663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7/21/2026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944385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7/21/2026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8305891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7/21/2026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6910610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7/21/2026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8143923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7/21/2026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5982133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7/21/2026</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6968890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7/21/2026</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9057433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7/21/2026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3602919061"/>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66" r:id="rId6"/>
    <p:sldLayoutId id="2147483662" r:id="rId7"/>
    <p:sldLayoutId id="2147483663" r:id="rId8"/>
    <p:sldLayoutId id="2147483664" r:id="rId9"/>
    <p:sldLayoutId id="2147483665" r:id="rId10"/>
    <p:sldLayoutId id="2147483667"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E448DB1-4196-18A6-15DA-C72635C1B1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pic>
        <p:nvPicPr>
          <p:cNvPr id="4" name="Picture 3" descr="Cathedral ceiling in yellow sunlight design">
            <a:extLst>
              <a:ext uri="{FF2B5EF4-FFF2-40B4-BE49-F238E27FC236}">
                <a16:creationId xmlns:a16="http://schemas.microsoft.com/office/drawing/2014/main" id="{2504ABC3-2998-7405-D411-6674282E229D}"/>
              </a:ext>
            </a:extLst>
          </p:cNvPr>
          <p:cNvPicPr>
            <a:picLocks noChangeAspect="1"/>
          </p:cNvPicPr>
          <p:nvPr/>
        </p:nvPicPr>
        <p:blipFill>
          <a:blip r:embed="rId2"/>
          <a:srcRect t="13235" b="11766"/>
          <a:stretch>
            <a:fillRect/>
          </a:stretch>
        </p:blipFill>
        <p:spPr>
          <a:xfrm>
            <a:off x="0" y="-3"/>
            <a:ext cx="12191980" cy="6857990"/>
          </a:xfrm>
          <a:prstGeom prst="rect">
            <a:avLst/>
          </a:prstGeom>
        </p:spPr>
      </p:pic>
      <p:sp>
        <p:nvSpPr>
          <p:cNvPr id="11" name="Rectangle 10">
            <a:extLst>
              <a:ext uri="{FF2B5EF4-FFF2-40B4-BE49-F238E27FC236}">
                <a16:creationId xmlns:a16="http://schemas.microsoft.com/office/drawing/2014/main" id="{DF15DF8A-891A-1965-E372-1BA1F3B945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507179" y="173179"/>
            <a:ext cx="6858002" cy="6511640"/>
          </a:xfrm>
          <a:prstGeom prst="rect">
            <a:avLst/>
          </a:prstGeom>
          <a:gradFill>
            <a:gsLst>
              <a:gs pos="0">
                <a:schemeClr val="bg1">
                  <a:alpha val="0"/>
                </a:schemeClr>
              </a:gs>
              <a:gs pos="46000">
                <a:schemeClr val="bg1">
                  <a:alpha val="33000"/>
                </a:schemeClr>
              </a:gs>
              <a:gs pos="26000">
                <a:schemeClr val="bg1">
                  <a:alpha val="20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4DB60F71-B4C8-8EB6-F0D9-5565B4655E16}"/>
              </a:ext>
            </a:extLst>
          </p:cNvPr>
          <p:cNvSpPr>
            <a:spLocks noGrp="1"/>
          </p:cNvSpPr>
          <p:nvPr>
            <p:ph type="ctrTitle"/>
          </p:nvPr>
        </p:nvSpPr>
        <p:spPr>
          <a:xfrm>
            <a:off x="7784115" y="1020288"/>
            <a:ext cx="4217277" cy="3474720"/>
          </a:xfrm>
        </p:spPr>
        <p:txBody>
          <a:bodyPr anchor="b">
            <a:normAutofit/>
          </a:bodyPr>
          <a:lstStyle/>
          <a:p>
            <a:pPr algn="l"/>
            <a:r>
              <a:rPr lang="en-US" sz="6600" dirty="0"/>
              <a:t>Design Patterns in C#</a:t>
            </a:r>
          </a:p>
        </p:txBody>
      </p:sp>
      <p:sp>
        <p:nvSpPr>
          <p:cNvPr id="3" name="Subtitle 2">
            <a:extLst>
              <a:ext uri="{FF2B5EF4-FFF2-40B4-BE49-F238E27FC236}">
                <a16:creationId xmlns:a16="http://schemas.microsoft.com/office/drawing/2014/main" id="{EBC8E40C-E61A-8230-45EF-5D11AB0751ED}"/>
              </a:ext>
            </a:extLst>
          </p:cNvPr>
          <p:cNvSpPr>
            <a:spLocks noGrp="1"/>
          </p:cNvSpPr>
          <p:nvPr>
            <p:ph type="subTitle" idx="1"/>
          </p:nvPr>
        </p:nvSpPr>
        <p:spPr>
          <a:xfrm>
            <a:off x="7482646" y="4495013"/>
            <a:ext cx="4116410" cy="799363"/>
          </a:xfrm>
        </p:spPr>
        <p:txBody>
          <a:bodyPr anchor="t">
            <a:normAutofit/>
          </a:bodyPr>
          <a:lstStyle/>
          <a:p>
            <a:pPr algn="l"/>
            <a:r>
              <a:rPr lang="en-US" sz="3200" dirty="0"/>
              <a:t>By: Saul Varshavsky</a:t>
            </a:r>
          </a:p>
        </p:txBody>
      </p:sp>
    </p:spTree>
    <p:extLst>
      <p:ext uri="{BB962C8B-B14F-4D97-AF65-F5344CB8AC3E}">
        <p14:creationId xmlns:p14="http://schemas.microsoft.com/office/powerpoint/2010/main" val="1238051531"/>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E448DB1-4196-18A6-15DA-C72635C1B1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pic>
        <p:nvPicPr>
          <p:cNvPr id="5" name="Picture 4" descr="Cathedral ceiling in yellow sunlight design">
            <a:extLst>
              <a:ext uri="{FF2B5EF4-FFF2-40B4-BE49-F238E27FC236}">
                <a16:creationId xmlns:a16="http://schemas.microsoft.com/office/drawing/2014/main" id="{ECDC4607-FBAB-5CC8-F767-C324DF544D6B}"/>
              </a:ext>
            </a:extLst>
          </p:cNvPr>
          <p:cNvPicPr>
            <a:picLocks noChangeAspect="1"/>
          </p:cNvPicPr>
          <p:nvPr/>
        </p:nvPicPr>
        <p:blipFill>
          <a:blip r:embed="rId2"/>
          <a:srcRect t="13235" b="11766"/>
          <a:stretch>
            <a:fillRect/>
          </a:stretch>
        </p:blipFill>
        <p:spPr>
          <a:xfrm>
            <a:off x="20" y="-1"/>
            <a:ext cx="12191980" cy="6857990"/>
          </a:xfrm>
          <a:prstGeom prst="rect">
            <a:avLst/>
          </a:prstGeom>
        </p:spPr>
      </p:pic>
      <p:sp>
        <p:nvSpPr>
          <p:cNvPr id="11" name="Rectangle 10">
            <a:extLst>
              <a:ext uri="{FF2B5EF4-FFF2-40B4-BE49-F238E27FC236}">
                <a16:creationId xmlns:a16="http://schemas.microsoft.com/office/drawing/2014/main" id="{B7D064F0-6D2A-219C-C000-14ABD99ECE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88306" y="0"/>
            <a:ext cx="4903694" cy="6858001"/>
          </a:xfrm>
          <a:prstGeom prst="rect">
            <a:avLst/>
          </a:prstGeom>
          <a:solidFill>
            <a:schemeClr val="bg1">
              <a:alpha val="2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504D018-0304-4E50-639D-3BDAA9FFFC20}"/>
              </a:ext>
            </a:extLst>
          </p:cNvPr>
          <p:cNvSpPr>
            <a:spLocks noGrp="1"/>
          </p:cNvSpPr>
          <p:nvPr>
            <p:ph type="ctrTitle"/>
          </p:nvPr>
        </p:nvSpPr>
        <p:spPr>
          <a:xfrm>
            <a:off x="5334000" y="2139707"/>
            <a:ext cx="5163311" cy="754380"/>
          </a:xfrm>
        </p:spPr>
        <p:txBody>
          <a:bodyPr anchor="b">
            <a:normAutofit/>
          </a:bodyPr>
          <a:lstStyle/>
          <a:p>
            <a:pPr algn="l"/>
            <a:r>
              <a:rPr lang="en-US" sz="2800" dirty="0">
                <a:highlight>
                  <a:srgbClr val="000000"/>
                </a:highlight>
              </a:rPr>
              <a:t>Creational Design Patterns</a:t>
            </a:r>
          </a:p>
        </p:txBody>
      </p:sp>
      <p:sp>
        <p:nvSpPr>
          <p:cNvPr id="3" name="Subtitle 2">
            <a:extLst>
              <a:ext uri="{FF2B5EF4-FFF2-40B4-BE49-F238E27FC236}">
                <a16:creationId xmlns:a16="http://schemas.microsoft.com/office/drawing/2014/main" id="{D05582D8-8A53-67E2-EA5B-133D988939C3}"/>
              </a:ext>
            </a:extLst>
          </p:cNvPr>
          <p:cNvSpPr>
            <a:spLocks noGrp="1"/>
          </p:cNvSpPr>
          <p:nvPr>
            <p:ph type="subTitle" idx="1"/>
          </p:nvPr>
        </p:nvSpPr>
        <p:spPr>
          <a:xfrm>
            <a:off x="5434585" y="3067812"/>
            <a:ext cx="3931920" cy="973836"/>
          </a:xfrm>
        </p:spPr>
        <p:txBody>
          <a:bodyPr anchor="t">
            <a:normAutofit/>
          </a:bodyPr>
          <a:lstStyle/>
          <a:p>
            <a:pPr algn="l"/>
            <a:r>
              <a:rPr lang="en-US" sz="2200" i="1" dirty="0">
                <a:highlight>
                  <a:srgbClr val="000000"/>
                </a:highlight>
              </a:rPr>
              <a:t>What are ways in which objects can be </a:t>
            </a:r>
            <a:r>
              <a:rPr lang="en-US" sz="2200" i="1" u="sng" dirty="0">
                <a:highlight>
                  <a:srgbClr val="000000"/>
                </a:highlight>
              </a:rPr>
              <a:t>created</a:t>
            </a:r>
            <a:r>
              <a:rPr lang="en-US" sz="2200" i="1" dirty="0">
                <a:highlight>
                  <a:srgbClr val="000000"/>
                </a:highlight>
              </a:rPr>
              <a:t>?</a:t>
            </a:r>
          </a:p>
        </p:txBody>
      </p:sp>
    </p:spTree>
    <p:extLst>
      <p:ext uri="{BB962C8B-B14F-4D97-AF65-F5344CB8AC3E}">
        <p14:creationId xmlns:p14="http://schemas.microsoft.com/office/powerpoint/2010/main" val="2429913348"/>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425172-8433-E933-1847-CD8633746E99}"/>
              </a:ext>
            </a:extLst>
          </p:cNvPr>
          <p:cNvSpPr>
            <a:spLocks noGrp="1"/>
          </p:cNvSpPr>
          <p:nvPr>
            <p:ph type="title"/>
          </p:nvPr>
        </p:nvSpPr>
        <p:spPr>
          <a:xfrm>
            <a:off x="0" y="27432"/>
            <a:ext cx="10653578" cy="1132258"/>
          </a:xfrm>
        </p:spPr>
        <p:txBody>
          <a:bodyPr/>
          <a:lstStyle/>
          <a:p>
            <a:r>
              <a:rPr lang="en-US" dirty="0"/>
              <a:t>Prototype Pattern</a:t>
            </a:r>
          </a:p>
        </p:txBody>
      </p:sp>
      <p:sp>
        <p:nvSpPr>
          <p:cNvPr id="3" name="Content Placeholder 2">
            <a:extLst>
              <a:ext uri="{FF2B5EF4-FFF2-40B4-BE49-F238E27FC236}">
                <a16:creationId xmlns:a16="http://schemas.microsoft.com/office/drawing/2014/main" id="{6F7A49E3-BD70-4069-14EC-F51CFC889162}"/>
              </a:ext>
            </a:extLst>
          </p:cNvPr>
          <p:cNvSpPr>
            <a:spLocks noGrp="1"/>
          </p:cNvSpPr>
          <p:nvPr>
            <p:ph idx="1"/>
          </p:nvPr>
        </p:nvSpPr>
        <p:spPr>
          <a:xfrm>
            <a:off x="0" y="548640"/>
            <a:ext cx="10653579" cy="4593828"/>
          </a:xfrm>
        </p:spPr>
        <p:txBody>
          <a:bodyPr>
            <a:normAutofit/>
          </a:bodyPr>
          <a:lstStyle/>
          <a:p>
            <a:r>
              <a:rPr lang="en-US" sz="1400" dirty="0">
                <a:highlight>
                  <a:srgbClr val="FFFF00"/>
                </a:highlight>
              </a:rPr>
              <a:t>Allows existing objects to be copied or cloned when new ones get created</a:t>
            </a:r>
          </a:p>
          <a:p>
            <a:pPr lvl="1"/>
            <a:r>
              <a:rPr lang="en-US" sz="1400" dirty="0"/>
              <a:t>Ensures the new objects DON’T depend directly on the existing objects</a:t>
            </a:r>
          </a:p>
          <a:p>
            <a:r>
              <a:rPr lang="en-US" sz="1400" dirty="0"/>
              <a:t>Application for duplicating various shapes</a:t>
            </a:r>
          </a:p>
          <a:p>
            <a:pPr lvl="1"/>
            <a:r>
              <a:rPr lang="en-US" sz="1400" dirty="0"/>
              <a:t>Let’s say there is a “</a:t>
            </a:r>
            <a:r>
              <a:rPr lang="en-US" sz="1400" dirty="0" err="1"/>
              <a:t>ShapeActions</a:t>
            </a:r>
            <a:r>
              <a:rPr lang="en-US" sz="1400" dirty="0"/>
              <a:t>” object that takes care of the duplication process for the shape objects (e.g. “Circle”, “Rectangle”, etc.)</a:t>
            </a:r>
          </a:p>
          <a:p>
            <a:pPr lvl="1"/>
            <a:r>
              <a:rPr lang="en-US" sz="1400" dirty="0"/>
              <a:t>With this approach, the </a:t>
            </a:r>
            <a:r>
              <a:rPr lang="en-US" sz="1400" i="1" dirty="0"/>
              <a:t>Single Responsibility Principle</a:t>
            </a:r>
            <a:r>
              <a:rPr lang="en-US" sz="1400" dirty="0"/>
              <a:t> and </a:t>
            </a:r>
            <a:r>
              <a:rPr lang="en-US" sz="1400" i="1" dirty="0"/>
              <a:t>Open-Closed Principle</a:t>
            </a:r>
            <a:r>
              <a:rPr lang="en-US" sz="1400" dirty="0"/>
              <a:t> get violated</a:t>
            </a:r>
          </a:p>
          <a:p>
            <a:pPr lvl="1"/>
            <a:r>
              <a:rPr lang="en-US" sz="1400" dirty="0"/>
              <a:t>Solution:</a:t>
            </a:r>
          </a:p>
          <a:p>
            <a:pPr lvl="2"/>
            <a:r>
              <a:rPr lang="en-US" sz="1200" dirty="0"/>
              <a:t>Create a “Shape” interface that the shape objects will instead depend on</a:t>
            </a:r>
          </a:p>
          <a:p>
            <a:pPr lvl="2"/>
            <a:r>
              <a:rPr lang="en-US" sz="1200" dirty="0"/>
              <a:t>The “duplicate()” method from the interface can then be implemented by the shape objects themselves</a:t>
            </a:r>
            <a:endParaRPr lang="en-US" sz="800" dirty="0"/>
          </a:p>
          <a:p>
            <a:pPr lvl="2"/>
            <a:endParaRPr lang="en-US" sz="1200" dirty="0"/>
          </a:p>
        </p:txBody>
      </p:sp>
      <p:cxnSp>
        <p:nvCxnSpPr>
          <p:cNvPr id="6" name="Straight Arrow Connector 5">
            <a:extLst>
              <a:ext uri="{FF2B5EF4-FFF2-40B4-BE49-F238E27FC236}">
                <a16:creationId xmlns:a16="http://schemas.microsoft.com/office/drawing/2014/main" id="{EB620773-3847-9458-5C75-DF79493C12F8}"/>
              </a:ext>
            </a:extLst>
          </p:cNvPr>
          <p:cNvCxnSpPr>
            <a:cxnSpLocks/>
          </p:cNvCxnSpPr>
          <p:nvPr/>
        </p:nvCxnSpPr>
        <p:spPr>
          <a:xfrm flipH="1">
            <a:off x="914400" y="4568952"/>
            <a:ext cx="1175004" cy="862584"/>
          </a:xfrm>
          <a:prstGeom prst="straightConnector1">
            <a:avLst/>
          </a:prstGeom>
          <a:ln w="2857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10DCCB69-8891-6C77-A88D-D4AA8CDC804F}"/>
              </a:ext>
            </a:extLst>
          </p:cNvPr>
          <p:cNvSpPr/>
          <p:nvPr/>
        </p:nvSpPr>
        <p:spPr>
          <a:xfrm>
            <a:off x="455676" y="3654552"/>
            <a:ext cx="3412236" cy="9144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err="1">
                <a:solidFill>
                  <a:schemeClr val="tx1"/>
                </a:solidFill>
              </a:rPr>
              <a:t>ShapeActions</a:t>
            </a:r>
            <a:endParaRPr lang="en-US" dirty="0">
              <a:solidFill>
                <a:schemeClr val="tx1"/>
              </a:solidFill>
            </a:endParaRPr>
          </a:p>
          <a:p>
            <a:pPr algn="ctr"/>
            <a:r>
              <a:rPr lang="en-US" dirty="0">
                <a:solidFill>
                  <a:schemeClr val="tx1"/>
                </a:solidFill>
              </a:rPr>
              <a:t>duplicate():</a:t>
            </a:r>
          </a:p>
        </p:txBody>
      </p:sp>
      <p:sp>
        <p:nvSpPr>
          <p:cNvPr id="10" name="Rectangle 9">
            <a:extLst>
              <a:ext uri="{FF2B5EF4-FFF2-40B4-BE49-F238E27FC236}">
                <a16:creationId xmlns:a16="http://schemas.microsoft.com/office/drawing/2014/main" id="{0E4BD79C-12B3-E8F7-E660-06DFAFF31C6B}"/>
              </a:ext>
            </a:extLst>
          </p:cNvPr>
          <p:cNvSpPr/>
          <p:nvPr/>
        </p:nvSpPr>
        <p:spPr>
          <a:xfrm>
            <a:off x="76200" y="5513832"/>
            <a:ext cx="1578864" cy="954024"/>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a:solidFill>
                  <a:schemeClr val="tx1"/>
                </a:solidFill>
              </a:rPr>
              <a:t>Circle</a:t>
            </a:r>
            <a:endParaRPr lang="en-US" dirty="0">
              <a:solidFill>
                <a:schemeClr val="tx1"/>
              </a:solidFill>
            </a:endParaRPr>
          </a:p>
          <a:p>
            <a:pPr algn="ctr"/>
            <a:r>
              <a:rPr lang="en-US" dirty="0">
                <a:solidFill>
                  <a:schemeClr val="tx1"/>
                </a:solidFill>
              </a:rPr>
              <a:t>draw():</a:t>
            </a:r>
          </a:p>
        </p:txBody>
      </p:sp>
      <p:sp>
        <p:nvSpPr>
          <p:cNvPr id="11" name="Rectangle 10">
            <a:extLst>
              <a:ext uri="{FF2B5EF4-FFF2-40B4-BE49-F238E27FC236}">
                <a16:creationId xmlns:a16="http://schemas.microsoft.com/office/drawing/2014/main" id="{E8F62D66-D8D5-56EF-EDE1-89907BCA0C30}"/>
              </a:ext>
            </a:extLst>
          </p:cNvPr>
          <p:cNvSpPr/>
          <p:nvPr/>
        </p:nvSpPr>
        <p:spPr>
          <a:xfrm>
            <a:off x="2634234" y="5513832"/>
            <a:ext cx="1578864" cy="954024"/>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a:solidFill>
                  <a:schemeClr val="tx1"/>
                </a:solidFill>
              </a:rPr>
              <a:t>Rectangle</a:t>
            </a:r>
            <a:endParaRPr lang="en-US" dirty="0">
              <a:solidFill>
                <a:schemeClr val="tx1"/>
              </a:solidFill>
            </a:endParaRPr>
          </a:p>
          <a:p>
            <a:pPr algn="ctr"/>
            <a:r>
              <a:rPr lang="en-US" dirty="0">
                <a:solidFill>
                  <a:schemeClr val="tx1"/>
                </a:solidFill>
              </a:rPr>
              <a:t>draw():</a:t>
            </a:r>
          </a:p>
        </p:txBody>
      </p:sp>
      <p:cxnSp>
        <p:nvCxnSpPr>
          <p:cNvPr id="13" name="Straight Arrow Connector 12">
            <a:extLst>
              <a:ext uri="{FF2B5EF4-FFF2-40B4-BE49-F238E27FC236}">
                <a16:creationId xmlns:a16="http://schemas.microsoft.com/office/drawing/2014/main" id="{BED4C823-7B7F-C38C-D1F9-846299E961A0}"/>
              </a:ext>
            </a:extLst>
          </p:cNvPr>
          <p:cNvCxnSpPr>
            <a:cxnSpLocks/>
          </p:cNvCxnSpPr>
          <p:nvPr/>
        </p:nvCxnSpPr>
        <p:spPr>
          <a:xfrm>
            <a:off x="2089404" y="4568952"/>
            <a:ext cx="1083564" cy="862584"/>
          </a:xfrm>
          <a:prstGeom prst="straightConnector1">
            <a:avLst/>
          </a:prstGeom>
          <a:ln w="2857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6AA8C01B-1EC8-5D5A-22A7-DFB1E70CBFC8}"/>
              </a:ext>
            </a:extLst>
          </p:cNvPr>
          <p:cNvSpPr/>
          <p:nvPr/>
        </p:nvSpPr>
        <p:spPr>
          <a:xfrm>
            <a:off x="5326789" y="3654552"/>
            <a:ext cx="2346960" cy="9144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a:solidFill>
                  <a:schemeClr val="tx1"/>
                </a:solidFill>
              </a:rPr>
              <a:t>Shape</a:t>
            </a:r>
            <a:r>
              <a:rPr lang="en-US" dirty="0">
                <a:solidFill>
                  <a:schemeClr val="tx1"/>
                </a:solidFill>
              </a:rPr>
              <a:t> (interface)</a:t>
            </a:r>
          </a:p>
          <a:p>
            <a:pPr algn="ctr"/>
            <a:r>
              <a:rPr lang="en-US" dirty="0">
                <a:solidFill>
                  <a:schemeClr val="tx1"/>
                </a:solidFill>
              </a:rPr>
              <a:t>draw();</a:t>
            </a:r>
          </a:p>
          <a:p>
            <a:pPr algn="ctr"/>
            <a:r>
              <a:rPr lang="en-US" dirty="0">
                <a:solidFill>
                  <a:schemeClr val="tx1"/>
                </a:solidFill>
              </a:rPr>
              <a:t>duplicate():</a:t>
            </a:r>
          </a:p>
        </p:txBody>
      </p:sp>
      <p:cxnSp>
        <p:nvCxnSpPr>
          <p:cNvPr id="20" name="Straight Arrow Connector 19">
            <a:extLst>
              <a:ext uri="{FF2B5EF4-FFF2-40B4-BE49-F238E27FC236}">
                <a16:creationId xmlns:a16="http://schemas.microsoft.com/office/drawing/2014/main" id="{898BD265-180A-E3BD-E80A-9797D3AF102A}"/>
              </a:ext>
            </a:extLst>
          </p:cNvPr>
          <p:cNvCxnSpPr>
            <a:cxnSpLocks/>
          </p:cNvCxnSpPr>
          <p:nvPr/>
        </p:nvCxnSpPr>
        <p:spPr>
          <a:xfrm flipH="1">
            <a:off x="7805166" y="4111752"/>
            <a:ext cx="1430274" cy="0"/>
          </a:xfrm>
          <a:prstGeom prst="straightConnector1">
            <a:avLst/>
          </a:prstGeom>
          <a:ln w="2857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5EBE4B87-4AD7-4675-D199-279FD9FAF5A5}"/>
              </a:ext>
            </a:extLst>
          </p:cNvPr>
          <p:cNvSpPr/>
          <p:nvPr/>
        </p:nvSpPr>
        <p:spPr>
          <a:xfrm>
            <a:off x="4718304" y="5513832"/>
            <a:ext cx="1578864" cy="954024"/>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a:solidFill>
                  <a:schemeClr val="tx1"/>
                </a:solidFill>
              </a:rPr>
              <a:t>Circle</a:t>
            </a:r>
            <a:endParaRPr lang="en-US" dirty="0">
              <a:solidFill>
                <a:schemeClr val="tx1"/>
              </a:solidFill>
            </a:endParaRPr>
          </a:p>
          <a:p>
            <a:pPr algn="ctr"/>
            <a:r>
              <a:rPr lang="en-US" dirty="0">
                <a:solidFill>
                  <a:schemeClr val="tx1"/>
                </a:solidFill>
              </a:rPr>
              <a:t>draw():</a:t>
            </a:r>
          </a:p>
          <a:p>
            <a:pPr algn="ctr"/>
            <a:r>
              <a:rPr lang="en-US" dirty="0">
                <a:solidFill>
                  <a:schemeClr val="tx1"/>
                </a:solidFill>
              </a:rPr>
              <a:t>duplicate():</a:t>
            </a:r>
          </a:p>
        </p:txBody>
      </p:sp>
      <p:sp>
        <p:nvSpPr>
          <p:cNvPr id="25" name="Rectangle 24">
            <a:extLst>
              <a:ext uri="{FF2B5EF4-FFF2-40B4-BE49-F238E27FC236}">
                <a16:creationId xmlns:a16="http://schemas.microsoft.com/office/drawing/2014/main" id="{9AA5067F-F086-7EBA-5E0D-FB19E251FC4C}"/>
              </a:ext>
            </a:extLst>
          </p:cNvPr>
          <p:cNvSpPr/>
          <p:nvPr/>
        </p:nvSpPr>
        <p:spPr>
          <a:xfrm>
            <a:off x="6683502" y="5513832"/>
            <a:ext cx="1578864" cy="954024"/>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a:solidFill>
                  <a:schemeClr val="tx1"/>
                </a:solidFill>
              </a:rPr>
              <a:t>Rectangle</a:t>
            </a:r>
            <a:endParaRPr lang="en-US" dirty="0">
              <a:solidFill>
                <a:schemeClr val="tx1"/>
              </a:solidFill>
            </a:endParaRPr>
          </a:p>
          <a:p>
            <a:pPr algn="ctr"/>
            <a:r>
              <a:rPr lang="en-US" dirty="0">
                <a:solidFill>
                  <a:schemeClr val="tx1"/>
                </a:solidFill>
              </a:rPr>
              <a:t>draw():</a:t>
            </a:r>
          </a:p>
          <a:p>
            <a:pPr algn="ctr"/>
            <a:r>
              <a:rPr lang="en-US" dirty="0">
                <a:solidFill>
                  <a:schemeClr val="tx1"/>
                </a:solidFill>
              </a:rPr>
              <a:t>duplicate():</a:t>
            </a:r>
          </a:p>
        </p:txBody>
      </p:sp>
      <p:sp>
        <p:nvSpPr>
          <p:cNvPr id="28" name="Rectangle 27">
            <a:extLst>
              <a:ext uri="{FF2B5EF4-FFF2-40B4-BE49-F238E27FC236}">
                <a16:creationId xmlns:a16="http://schemas.microsoft.com/office/drawing/2014/main" id="{9E9735D6-9634-47EE-3B92-E3730F9D12EA}"/>
              </a:ext>
            </a:extLst>
          </p:cNvPr>
          <p:cNvSpPr/>
          <p:nvPr/>
        </p:nvSpPr>
        <p:spPr>
          <a:xfrm>
            <a:off x="9366857" y="3651504"/>
            <a:ext cx="2695957" cy="9144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err="1">
                <a:solidFill>
                  <a:schemeClr val="tx1"/>
                </a:solidFill>
              </a:rPr>
              <a:t>ShapeActions</a:t>
            </a:r>
            <a:endParaRPr lang="en-US" dirty="0">
              <a:solidFill>
                <a:schemeClr val="tx1"/>
              </a:solidFill>
            </a:endParaRPr>
          </a:p>
          <a:p>
            <a:pPr algn="ctr"/>
            <a:r>
              <a:rPr lang="en-US" dirty="0">
                <a:solidFill>
                  <a:schemeClr val="tx1"/>
                </a:solidFill>
              </a:rPr>
              <a:t>duplicate():</a:t>
            </a:r>
          </a:p>
        </p:txBody>
      </p:sp>
      <p:cxnSp>
        <p:nvCxnSpPr>
          <p:cNvPr id="30" name="Straight Arrow Connector 29">
            <a:extLst>
              <a:ext uri="{FF2B5EF4-FFF2-40B4-BE49-F238E27FC236}">
                <a16:creationId xmlns:a16="http://schemas.microsoft.com/office/drawing/2014/main" id="{FB13F2A5-8043-C736-37C1-9875E25E0D72}"/>
              </a:ext>
            </a:extLst>
          </p:cNvPr>
          <p:cNvCxnSpPr>
            <a:cxnSpLocks/>
            <a:stCxn id="21" idx="0"/>
          </p:cNvCxnSpPr>
          <p:nvPr/>
        </p:nvCxnSpPr>
        <p:spPr>
          <a:xfrm flipV="1">
            <a:off x="5507736" y="4659113"/>
            <a:ext cx="789432" cy="85471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EE5F8A32-5AEB-041B-1F45-B9A5AD43D177}"/>
              </a:ext>
            </a:extLst>
          </p:cNvPr>
          <p:cNvCxnSpPr>
            <a:cxnSpLocks/>
          </p:cNvCxnSpPr>
          <p:nvPr/>
        </p:nvCxnSpPr>
        <p:spPr>
          <a:xfrm flipH="1" flipV="1">
            <a:off x="6683502" y="4659113"/>
            <a:ext cx="658368" cy="85471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81980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10" presetClass="entr" presetSubtype="0" fill="hold"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500"/>
                                        <p:tgtEl>
                                          <p:spTgt spid="6"/>
                                        </p:tgtEl>
                                      </p:cBhvr>
                                    </p:animEffect>
                                  </p:childTnLst>
                                </p:cTn>
                              </p:par>
                              <p:par>
                                <p:cTn id="26" presetID="10" presetClass="entr" presetSubtype="0" fill="hold"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00"/>
                                        <p:tgtEl>
                                          <p:spTgt spid="1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3">
                                            <p:txEl>
                                              <p:pRg st="4" end="4"/>
                                            </p:txEl>
                                          </p:spTgt>
                                        </p:tgtEl>
                                        <p:attrNameLst>
                                          <p:attrName>style.visibility</p:attrName>
                                        </p:attrNameLst>
                                      </p:cBhvr>
                                      <p:to>
                                        <p:strVal val="visible"/>
                                      </p:to>
                                    </p:set>
                                    <p:animEffect transition="in" filter="fade">
                                      <p:cBhvr>
                                        <p:cTn id="39" dur="500"/>
                                        <p:tgtEl>
                                          <p:spTgt spid="3">
                                            <p:txEl>
                                              <p:pRg st="4" end="4"/>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3">
                                            <p:txEl>
                                              <p:pRg st="5" end="5"/>
                                            </p:txEl>
                                          </p:spTgt>
                                        </p:tgtEl>
                                        <p:attrNameLst>
                                          <p:attrName>style.visibility</p:attrName>
                                        </p:attrNameLst>
                                      </p:cBhvr>
                                      <p:to>
                                        <p:strVal val="visible"/>
                                      </p:to>
                                    </p:set>
                                    <p:animEffect transition="in" filter="fade">
                                      <p:cBhvr>
                                        <p:cTn id="44" dur="500"/>
                                        <p:tgtEl>
                                          <p:spTgt spid="3">
                                            <p:txEl>
                                              <p:pRg st="5" end="5"/>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500"/>
                                        <p:tgtEl>
                                          <p:spTgt spid="3">
                                            <p:txEl>
                                              <p:pRg st="6" end="6"/>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3">
                                            <p:txEl>
                                              <p:pRg st="7" end="7"/>
                                            </p:txEl>
                                          </p:spTgt>
                                        </p:tgtEl>
                                        <p:attrNameLst>
                                          <p:attrName>style.visibility</p:attrName>
                                        </p:attrNameLst>
                                      </p:cBhvr>
                                      <p:to>
                                        <p:strVal val="visible"/>
                                      </p:to>
                                    </p:set>
                                    <p:animEffect transition="in" filter="fade">
                                      <p:cBhvr>
                                        <p:cTn id="54" dur="500"/>
                                        <p:tgtEl>
                                          <p:spTgt spid="3">
                                            <p:txEl>
                                              <p:pRg st="7" end="7"/>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16"/>
                                        </p:tgtEl>
                                        <p:attrNameLst>
                                          <p:attrName>style.visibility</p:attrName>
                                        </p:attrNameLst>
                                      </p:cBhvr>
                                      <p:to>
                                        <p:strVal val="visible"/>
                                      </p:to>
                                    </p:set>
                                    <p:animEffect transition="in" filter="fade">
                                      <p:cBhvr>
                                        <p:cTn id="59" dur="500"/>
                                        <p:tgtEl>
                                          <p:spTgt spid="16"/>
                                        </p:tgtEl>
                                      </p:cBhvr>
                                    </p:animEffect>
                                  </p:childTnLst>
                                </p:cTn>
                              </p:par>
                              <p:par>
                                <p:cTn id="60" presetID="10" presetClass="entr" presetSubtype="0" fill="hold" nodeType="withEffect">
                                  <p:stCondLst>
                                    <p:cond delay="0"/>
                                  </p:stCondLst>
                                  <p:childTnLst>
                                    <p:set>
                                      <p:cBhvr>
                                        <p:cTn id="61" dur="1" fill="hold">
                                          <p:stCondLst>
                                            <p:cond delay="0"/>
                                          </p:stCondLst>
                                        </p:cTn>
                                        <p:tgtEl>
                                          <p:spTgt spid="30"/>
                                        </p:tgtEl>
                                        <p:attrNameLst>
                                          <p:attrName>style.visibility</p:attrName>
                                        </p:attrNameLst>
                                      </p:cBhvr>
                                      <p:to>
                                        <p:strVal val="visible"/>
                                      </p:to>
                                    </p:set>
                                    <p:animEffect transition="in" filter="fade">
                                      <p:cBhvr>
                                        <p:cTn id="62" dur="500"/>
                                        <p:tgtEl>
                                          <p:spTgt spid="30"/>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1"/>
                                        </p:tgtEl>
                                        <p:attrNameLst>
                                          <p:attrName>style.visibility</p:attrName>
                                        </p:attrNameLst>
                                      </p:cBhvr>
                                      <p:to>
                                        <p:strVal val="visible"/>
                                      </p:to>
                                    </p:set>
                                    <p:animEffect transition="in" filter="fade">
                                      <p:cBhvr>
                                        <p:cTn id="65" dur="500"/>
                                        <p:tgtEl>
                                          <p:spTgt spid="21"/>
                                        </p:tgtEl>
                                      </p:cBhvr>
                                    </p:animEffect>
                                  </p:childTnLst>
                                </p:cTn>
                              </p:par>
                              <p:par>
                                <p:cTn id="66" presetID="10" presetClass="entr" presetSubtype="0" fill="hold" nodeType="withEffect">
                                  <p:stCondLst>
                                    <p:cond delay="0"/>
                                  </p:stCondLst>
                                  <p:childTnLst>
                                    <p:set>
                                      <p:cBhvr>
                                        <p:cTn id="67" dur="1" fill="hold">
                                          <p:stCondLst>
                                            <p:cond delay="0"/>
                                          </p:stCondLst>
                                        </p:cTn>
                                        <p:tgtEl>
                                          <p:spTgt spid="33"/>
                                        </p:tgtEl>
                                        <p:attrNameLst>
                                          <p:attrName>style.visibility</p:attrName>
                                        </p:attrNameLst>
                                      </p:cBhvr>
                                      <p:to>
                                        <p:strVal val="visible"/>
                                      </p:to>
                                    </p:set>
                                    <p:animEffect transition="in" filter="fade">
                                      <p:cBhvr>
                                        <p:cTn id="68" dur="500"/>
                                        <p:tgtEl>
                                          <p:spTgt spid="33"/>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5">
                                            <p:bg/>
                                          </p:spTgt>
                                        </p:tgtEl>
                                        <p:attrNameLst>
                                          <p:attrName>style.visibility</p:attrName>
                                        </p:attrNameLst>
                                      </p:cBhvr>
                                      <p:to>
                                        <p:strVal val="visible"/>
                                      </p:to>
                                    </p:set>
                                    <p:animEffect transition="in" filter="fade">
                                      <p:cBhvr>
                                        <p:cTn id="71" dur="500"/>
                                        <p:tgtEl>
                                          <p:spTgt spid="25">
                                            <p:bg/>
                                          </p:spTgt>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5">
                                            <p:txEl>
                                              <p:pRg st="0" end="0"/>
                                            </p:txEl>
                                          </p:spTgt>
                                        </p:tgtEl>
                                        <p:attrNameLst>
                                          <p:attrName>style.visibility</p:attrName>
                                        </p:attrNameLst>
                                      </p:cBhvr>
                                      <p:to>
                                        <p:strVal val="visible"/>
                                      </p:to>
                                    </p:set>
                                    <p:animEffect transition="in" filter="fade">
                                      <p:cBhvr>
                                        <p:cTn id="74" dur="500"/>
                                        <p:tgtEl>
                                          <p:spTgt spid="25">
                                            <p:txEl>
                                              <p:pRg st="0" end="0"/>
                                            </p:txEl>
                                          </p:spTgt>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5">
                                            <p:txEl>
                                              <p:pRg st="1" end="1"/>
                                            </p:txEl>
                                          </p:spTgt>
                                        </p:tgtEl>
                                        <p:attrNameLst>
                                          <p:attrName>style.visibility</p:attrName>
                                        </p:attrNameLst>
                                      </p:cBhvr>
                                      <p:to>
                                        <p:strVal val="visible"/>
                                      </p:to>
                                    </p:set>
                                    <p:animEffect transition="in" filter="fade">
                                      <p:cBhvr>
                                        <p:cTn id="77" dur="500"/>
                                        <p:tgtEl>
                                          <p:spTgt spid="25">
                                            <p:txEl>
                                              <p:pRg st="1" end="1"/>
                                            </p:txEl>
                                          </p:spTgt>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5">
                                            <p:txEl>
                                              <p:pRg st="2" end="2"/>
                                            </p:txEl>
                                          </p:spTgt>
                                        </p:tgtEl>
                                        <p:attrNameLst>
                                          <p:attrName>style.visibility</p:attrName>
                                        </p:attrNameLst>
                                      </p:cBhvr>
                                      <p:to>
                                        <p:strVal val="visible"/>
                                      </p:to>
                                    </p:set>
                                    <p:animEffect transition="in" filter="fade">
                                      <p:cBhvr>
                                        <p:cTn id="80" dur="500"/>
                                        <p:tgtEl>
                                          <p:spTgt spid="25">
                                            <p:txEl>
                                              <p:pRg st="2" end="2"/>
                                            </p:txEl>
                                          </p:spTgt>
                                        </p:tgtEl>
                                      </p:cBhvr>
                                    </p:animEffect>
                                  </p:childTnLst>
                                </p:cTn>
                              </p:par>
                              <p:par>
                                <p:cTn id="81" presetID="10" presetClass="entr" presetSubtype="0" fill="hold" nodeType="withEffect">
                                  <p:stCondLst>
                                    <p:cond delay="0"/>
                                  </p:stCondLst>
                                  <p:childTnLst>
                                    <p:set>
                                      <p:cBhvr>
                                        <p:cTn id="82" dur="1" fill="hold">
                                          <p:stCondLst>
                                            <p:cond delay="0"/>
                                          </p:stCondLst>
                                        </p:cTn>
                                        <p:tgtEl>
                                          <p:spTgt spid="20"/>
                                        </p:tgtEl>
                                        <p:attrNameLst>
                                          <p:attrName>style.visibility</p:attrName>
                                        </p:attrNameLst>
                                      </p:cBhvr>
                                      <p:to>
                                        <p:strVal val="visible"/>
                                      </p:to>
                                    </p:set>
                                    <p:animEffect transition="in" filter="fade">
                                      <p:cBhvr>
                                        <p:cTn id="83" dur="500"/>
                                        <p:tgtEl>
                                          <p:spTgt spid="20"/>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28"/>
                                        </p:tgtEl>
                                        <p:attrNameLst>
                                          <p:attrName>style.visibility</p:attrName>
                                        </p:attrNameLst>
                                      </p:cBhvr>
                                      <p:to>
                                        <p:strVal val="visible"/>
                                      </p:to>
                                    </p:set>
                                    <p:animEffect transition="in" filter="fade">
                                      <p:cBhvr>
                                        <p:cTn id="86"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6" grpId="0" animBg="1"/>
      <p:bldP spid="21" grpId="0" animBg="1"/>
      <p:bldP spid="25" grpId="0" build="allAtOnce" animBg="1"/>
      <p:bldP spid="2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756B7-F4E5-2EA7-4739-48002C0517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D08EB8-0913-993C-2D69-694EFAB3D19F}"/>
              </a:ext>
            </a:extLst>
          </p:cNvPr>
          <p:cNvSpPr>
            <a:spLocks noGrp="1"/>
          </p:cNvSpPr>
          <p:nvPr>
            <p:ph type="title"/>
          </p:nvPr>
        </p:nvSpPr>
        <p:spPr>
          <a:xfrm>
            <a:off x="1" y="27432"/>
            <a:ext cx="10653578" cy="1132258"/>
          </a:xfrm>
        </p:spPr>
        <p:txBody>
          <a:bodyPr/>
          <a:lstStyle/>
          <a:p>
            <a:r>
              <a:rPr lang="en-US" dirty="0"/>
              <a:t>Singleton Pattern</a:t>
            </a:r>
          </a:p>
        </p:txBody>
      </p:sp>
      <p:sp>
        <p:nvSpPr>
          <p:cNvPr id="3" name="Content Placeholder 2">
            <a:extLst>
              <a:ext uri="{FF2B5EF4-FFF2-40B4-BE49-F238E27FC236}">
                <a16:creationId xmlns:a16="http://schemas.microsoft.com/office/drawing/2014/main" id="{AE399CC6-C3A9-758D-908D-2F63BEE12DE7}"/>
              </a:ext>
            </a:extLst>
          </p:cNvPr>
          <p:cNvSpPr>
            <a:spLocks noGrp="1"/>
          </p:cNvSpPr>
          <p:nvPr>
            <p:ph idx="1"/>
          </p:nvPr>
        </p:nvSpPr>
        <p:spPr>
          <a:xfrm>
            <a:off x="0" y="548640"/>
            <a:ext cx="10653579" cy="4593828"/>
          </a:xfrm>
        </p:spPr>
        <p:txBody>
          <a:bodyPr>
            <a:normAutofit/>
          </a:bodyPr>
          <a:lstStyle/>
          <a:p>
            <a:r>
              <a:rPr lang="en-US" sz="1400" dirty="0">
                <a:highlight>
                  <a:srgbClr val="FFFF00"/>
                </a:highlight>
              </a:rPr>
              <a:t>Ensures that a given object could be instantiated ONLY once and further provide global access for using that object</a:t>
            </a:r>
          </a:p>
          <a:p>
            <a:r>
              <a:rPr lang="en-US" sz="1400" dirty="0"/>
              <a:t>Application containing one large database used across many features</a:t>
            </a:r>
          </a:p>
          <a:p>
            <a:pPr lvl="1"/>
            <a:r>
              <a:rPr lang="en-US" sz="1400" dirty="0"/>
              <a:t>Let’s say there is a “Database” object that represents the database</a:t>
            </a:r>
          </a:p>
          <a:p>
            <a:pPr lvl="1"/>
            <a:r>
              <a:rPr lang="en-US" sz="1400" dirty="0"/>
              <a:t>Both the “</a:t>
            </a:r>
            <a:r>
              <a:rPr lang="en-US" sz="1400" dirty="0" err="1"/>
              <a:t>UserAuthentication</a:t>
            </a:r>
            <a:r>
              <a:rPr lang="en-US" sz="1400" dirty="0"/>
              <a:t>” and “</a:t>
            </a:r>
            <a:r>
              <a:rPr lang="en-US" sz="1400" dirty="0" err="1"/>
              <a:t>ProductPurchase</a:t>
            </a:r>
            <a:r>
              <a:rPr lang="en-US" sz="1400" dirty="0"/>
              <a:t>” objects rely on the “Database” object for retrieving the necessary data</a:t>
            </a:r>
          </a:p>
          <a:p>
            <a:pPr lvl="1"/>
            <a:r>
              <a:rPr lang="en-US" sz="1400" dirty="0"/>
              <a:t>With this approach, the “Database” object would have to be instantiated for every single object (e.g. “</a:t>
            </a:r>
            <a:r>
              <a:rPr lang="en-US" sz="1400" dirty="0" err="1"/>
              <a:t>UserAuthentication</a:t>
            </a:r>
            <a:r>
              <a:rPr lang="en-US" sz="1400" dirty="0"/>
              <a:t>”, “</a:t>
            </a:r>
            <a:r>
              <a:rPr lang="en-US" sz="1400" dirty="0" err="1"/>
              <a:t>ProductPurchase</a:t>
            </a:r>
            <a:r>
              <a:rPr lang="en-US" sz="1400" dirty="0"/>
              <a:t>”, etc.) that uses it</a:t>
            </a:r>
          </a:p>
          <a:p>
            <a:pPr lvl="1"/>
            <a:r>
              <a:rPr lang="en-US" sz="1400" dirty="0"/>
              <a:t>Solution:</a:t>
            </a:r>
          </a:p>
          <a:p>
            <a:pPr lvl="2"/>
            <a:r>
              <a:rPr lang="en-US" sz="1200" dirty="0"/>
              <a:t>The “Database” object will contain a method called “</a:t>
            </a:r>
            <a:r>
              <a:rPr lang="en-US" sz="1200" dirty="0" err="1"/>
              <a:t>getInstance</a:t>
            </a:r>
            <a:r>
              <a:rPr lang="en-US" sz="1200" dirty="0"/>
              <a:t>()” to create the actual object that the other objects will instead depend on</a:t>
            </a:r>
          </a:p>
          <a:p>
            <a:pPr lvl="2"/>
            <a:r>
              <a:rPr lang="en-US" sz="1200" dirty="0"/>
              <a:t>From there, the objects relying on the “Database” object can utilize that method without having to constantly create a new instance and take up RAM</a:t>
            </a:r>
            <a:endParaRPr lang="en-US" sz="800" dirty="0"/>
          </a:p>
          <a:p>
            <a:pPr lvl="2"/>
            <a:endParaRPr lang="en-US" sz="1200" dirty="0"/>
          </a:p>
        </p:txBody>
      </p:sp>
      <p:cxnSp>
        <p:nvCxnSpPr>
          <p:cNvPr id="6" name="Straight Arrow Connector 5">
            <a:extLst>
              <a:ext uri="{FF2B5EF4-FFF2-40B4-BE49-F238E27FC236}">
                <a16:creationId xmlns:a16="http://schemas.microsoft.com/office/drawing/2014/main" id="{4C2D62D3-9399-8265-EDAF-48EE271AAD61}"/>
              </a:ext>
            </a:extLst>
          </p:cNvPr>
          <p:cNvCxnSpPr>
            <a:cxnSpLocks/>
          </p:cNvCxnSpPr>
          <p:nvPr/>
        </p:nvCxnSpPr>
        <p:spPr>
          <a:xfrm flipV="1">
            <a:off x="1089626" y="5239512"/>
            <a:ext cx="684253" cy="559160"/>
          </a:xfrm>
          <a:prstGeom prst="straightConnector1">
            <a:avLst/>
          </a:prstGeom>
          <a:ln w="2857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77179DD9-D681-74A2-1BC0-952D1D435FEC}"/>
              </a:ext>
            </a:extLst>
          </p:cNvPr>
          <p:cNvSpPr/>
          <p:nvPr/>
        </p:nvSpPr>
        <p:spPr>
          <a:xfrm>
            <a:off x="460820" y="4226396"/>
            <a:ext cx="3412236" cy="9144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a:solidFill>
                  <a:schemeClr val="tx1"/>
                </a:solidFill>
              </a:rPr>
              <a:t>Database</a:t>
            </a:r>
            <a:endParaRPr lang="en-US" dirty="0">
              <a:solidFill>
                <a:schemeClr val="tx1"/>
              </a:solidFill>
            </a:endParaRPr>
          </a:p>
        </p:txBody>
      </p:sp>
      <p:sp>
        <p:nvSpPr>
          <p:cNvPr id="10" name="Rectangle 9">
            <a:extLst>
              <a:ext uri="{FF2B5EF4-FFF2-40B4-BE49-F238E27FC236}">
                <a16:creationId xmlns:a16="http://schemas.microsoft.com/office/drawing/2014/main" id="{0BF27DC8-ED3E-3057-219C-492A8C365A01}"/>
              </a:ext>
            </a:extLst>
          </p:cNvPr>
          <p:cNvSpPr/>
          <p:nvPr/>
        </p:nvSpPr>
        <p:spPr>
          <a:xfrm>
            <a:off x="76200" y="5800344"/>
            <a:ext cx="2273808" cy="954024"/>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err="1">
                <a:solidFill>
                  <a:schemeClr val="tx1"/>
                </a:solidFill>
              </a:rPr>
              <a:t>UserAuthentication</a:t>
            </a:r>
            <a:endParaRPr lang="en-US" dirty="0">
              <a:solidFill>
                <a:schemeClr val="tx1"/>
              </a:solidFill>
            </a:endParaRPr>
          </a:p>
          <a:p>
            <a:pPr algn="ctr"/>
            <a:r>
              <a:rPr lang="en-US" dirty="0" err="1">
                <a:solidFill>
                  <a:schemeClr val="tx1"/>
                </a:solidFill>
              </a:rPr>
              <a:t>retrieveData</a:t>
            </a:r>
            <a:r>
              <a:rPr lang="en-US" dirty="0">
                <a:solidFill>
                  <a:schemeClr val="tx1"/>
                </a:solidFill>
              </a:rPr>
              <a:t>():</a:t>
            </a:r>
          </a:p>
        </p:txBody>
      </p:sp>
      <p:sp>
        <p:nvSpPr>
          <p:cNvPr id="11" name="Rectangle 10">
            <a:extLst>
              <a:ext uri="{FF2B5EF4-FFF2-40B4-BE49-F238E27FC236}">
                <a16:creationId xmlns:a16="http://schemas.microsoft.com/office/drawing/2014/main" id="{BE280858-1B71-4BA3-84F0-C73202482DFD}"/>
              </a:ext>
            </a:extLst>
          </p:cNvPr>
          <p:cNvSpPr/>
          <p:nvPr/>
        </p:nvSpPr>
        <p:spPr>
          <a:xfrm>
            <a:off x="2634234" y="5800344"/>
            <a:ext cx="2050542" cy="954024"/>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err="1">
                <a:solidFill>
                  <a:schemeClr val="tx1"/>
                </a:solidFill>
              </a:rPr>
              <a:t>ProductPurchase</a:t>
            </a:r>
            <a:endParaRPr lang="en-US" dirty="0">
              <a:solidFill>
                <a:schemeClr val="tx1"/>
              </a:solidFill>
            </a:endParaRPr>
          </a:p>
          <a:p>
            <a:pPr algn="ctr"/>
            <a:r>
              <a:rPr lang="en-US" dirty="0" err="1">
                <a:solidFill>
                  <a:schemeClr val="tx1"/>
                </a:solidFill>
              </a:rPr>
              <a:t>retrieveData</a:t>
            </a:r>
            <a:r>
              <a:rPr lang="en-US" dirty="0">
                <a:solidFill>
                  <a:schemeClr val="tx1"/>
                </a:solidFill>
              </a:rPr>
              <a:t>():</a:t>
            </a:r>
          </a:p>
        </p:txBody>
      </p:sp>
      <p:cxnSp>
        <p:nvCxnSpPr>
          <p:cNvPr id="13" name="Straight Arrow Connector 12">
            <a:extLst>
              <a:ext uri="{FF2B5EF4-FFF2-40B4-BE49-F238E27FC236}">
                <a16:creationId xmlns:a16="http://schemas.microsoft.com/office/drawing/2014/main" id="{111631CF-D2AA-B180-9379-53047DBCF035}"/>
              </a:ext>
            </a:extLst>
          </p:cNvPr>
          <p:cNvCxnSpPr>
            <a:cxnSpLocks/>
          </p:cNvCxnSpPr>
          <p:nvPr/>
        </p:nvCxnSpPr>
        <p:spPr>
          <a:xfrm flipH="1" flipV="1">
            <a:off x="2978658" y="5239512"/>
            <a:ext cx="560070" cy="560832"/>
          </a:xfrm>
          <a:prstGeom prst="straightConnector1">
            <a:avLst/>
          </a:prstGeom>
          <a:ln w="2857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3E716E1D-CFF8-CDC4-78BB-5C6C03116A49}"/>
              </a:ext>
            </a:extLst>
          </p:cNvPr>
          <p:cNvSpPr/>
          <p:nvPr/>
        </p:nvSpPr>
        <p:spPr>
          <a:xfrm>
            <a:off x="7182669" y="4226396"/>
            <a:ext cx="3412236" cy="9144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a:solidFill>
                  <a:schemeClr val="tx1"/>
                </a:solidFill>
              </a:rPr>
              <a:t>Database</a:t>
            </a:r>
            <a:endParaRPr lang="en-US" dirty="0">
              <a:solidFill>
                <a:schemeClr val="tx1"/>
              </a:solidFill>
            </a:endParaRPr>
          </a:p>
          <a:p>
            <a:pPr algn="ctr"/>
            <a:r>
              <a:rPr lang="en-US" dirty="0" err="1">
                <a:solidFill>
                  <a:schemeClr val="tx1"/>
                </a:solidFill>
              </a:rPr>
              <a:t>getInstance</a:t>
            </a:r>
            <a:r>
              <a:rPr lang="en-US" dirty="0">
                <a:solidFill>
                  <a:schemeClr val="tx1"/>
                </a:solidFill>
              </a:rPr>
              <a:t>():</a:t>
            </a:r>
          </a:p>
        </p:txBody>
      </p:sp>
      <p:sp>
        <p:nvSpPr>
          <p:cNvPr id="17" name="Rectangle 16">
            <a:extLst>
              <a:ext uri="{FF2B5EF4-FFF2-40B4-BE49-F238E27FC236}">
                <a16:creationId xmlns:a16="http://schemas.microsoft.com/office/drawing/2014/main" id="{423EAC51-0948-55B8-A3AE-4B4287476FCE}"/>
              </a:ext>
            </a:extLst>
          </p:cNvPr>
          <p:cNvSpPr/>
          <p:nvPr/>
        </p:nvSpPr>
        <p:spPr>
          <a:xfrm>
            <a:off x="6614979" y="5733683"/>
            <a:ext cx="2273808" cy="954024"/>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err="1">
                <a:solidFill>
                  <a:schemeClr val="tx1"/>
                </a:solidFill>
              </a:rPr>
              <a:t>UserAuthentication</a:t>
            </a:r>
            <a:endParaRPr lang="en-US" dirty="0">
              <a:solidFill>
                <a:schemeClr val="tx1"/>
              </a:solidFill>
            </a:endParaRPr>
          </a:p>
          <a:p>
            <a:pPr algn="ctr"/>
            <a:r>
              <a:rPr lang="en-US" dirty="0" err="1">
                <a:solidFill>
                  <a:schemeClr val="tx1"/>
                </a:solidFill>
              </a:rPr>
              <a:t>retrieveData</a:t>
            </a:r>
            <a:r>
              <a:rPr lang="en-US" dirty="0">
                <a:solidFill>
                  <a:schemeClr val="tx1"/>
                </a:solidFill>
              </a:rPr>
              <a:t>():</a:t>
            </a:r>
          </a:p>
        </p:txBody>
      </p:sp>
      <p:sp>
        <p:nvSpPr>
          <p:cNvPr id="18" name="Rectangle 17">
            <a:extLst>
              <a:ext uri="{FF2B5EF4-FFF2-40B4-BE49-F238E27FC236}">
                <a16:creationId xmlns:a16="http://schemas.microsoft.com/office/drawing/2014/main" id="{9BE1EFD4-B1B0-BD75-737D-88FBFA8F9222}"/>
              </a:ext>
            </a:extLst>
          </p:cNvPr>
          <p:cNvSpPr/>
          <p:nvPr/>
        </p:nvSpPr>
        <p:spPr>
          <a:xfrm>
            <a:off x="9379458" y="5733683"/>
            <a:ext cx="2050542" cy="954024"/>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err="1">
                <a:solidFill>
                  <a:schemeClr val="tx1"/>
                </a:solidFill>
              </a:rPr>
              <a:t>ProductPurchase</a:t>
            </a:r>
            <a:endParaRPr lang="en-US" dirty="0">
              <a:solidFill>
                <a:schemeClr val="tx1"/>
              </a:solidFill>
            </a:endParaRPr>
          </a:p>
          <a:p>
            <a:pPr algn="ctr"/>
            <a:r>
              <a:rPr lang="en-US" dirty="0" err="1">
                <a:solidFill>
                  <a:schemeClr val="tx1"/>
                </a:solidFill>
              </a:rPr>
              <a:t>retrieveData</a:t>
            </a:r>
            <a:r>
              <a:rPr lang="en-US" dirty="0">
                <a:solidFill>
                  <a:schemeClr val="tx1"/>
                </a:solidFill>
              </a:rPr>
              <a:t>():</a:t>
            </a:r>
          </a:p>
        </p:txBody>
      </p:sp>
      <p:cxnSp>
        <p:nvCxnSpPr>
          <p:cNvPr id="19" name="Straight Arrow Connector 18">
            <a:extLst>
              <a:ext uri="{FF2B5EF4-FFF2-40B4-BE49-F238E27FC236}">
                <a16:creationId xmlns:a16="http://schemas.microsoft.com/office/drawing/2014/main" id="{DAE4F641-0BF7-F375-7EBF-2F0F6C54A859}"/>
              </a:ext>
            </a:extLst>
          </p:cNvPr>
          <p:cNvCxnSpPr>
            <a:cxnSpLocks/>
            <a:stCxn id="17" idx="0"/>
          </p:cNvCxnSpPr>
          <p:nvPr/>
        </p:nvCxnSpPr>
        <p:spPr>
          <a:xfrm flipV="1">
            <a:off x="7751883" y="5239512"/>
            <a:ext cx="276549" cy="494171"/>
          </a:xfrm>
          <a:prstGeom prst="straightConnector1">
            <a:avLst/>
          </a:prstGeom>
          <a:ln w="2857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1D28C080-19AD-C7B2-673A-8AC9B783CF13}"/>
              </a:ext>
            </a:extLst>
          </p:cNvPr>
          <p:cNvCxnSpPr>
            <a:cxnSpLocks/>
          </p:cNvCxnSpPr>
          <p:nvPr/>
        </p:nvCxnSpPr>
        <p:spPr>
          <a:xfrm flipH="1" flipV="1">
            <a:off x="9784080" y="5239512"/>
            <a:ext cx="310896" cy="492499"/>
          </a:xfrm>
          <a:prstGeom prst="straightConnector1">
            <a:avLst/>
          </a:prstGeom>
          <a:ln w="2857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20721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par>
                                <p:cTn id="18" presetID="10" presetClass="entr" presetSubtype="0" fill="hold" nodeType="with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500"/>
                                        <p:tgtEl>
                                          <p:spTgt spid="6"/>
                                        </p:tgtEl>
                                      </p:cBhvr>
                                    </p:animEffect>
                                  </p:childTnLst>
                                </p:cTn>
                              </p:par>
                              <p:par>
                                <p:cTn id="21" presetID="10"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500"/>
                                        <p:tgtEl>
                                          <p:spTgt spid="13"/>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3">
                                            <p:txEl>
                                              <p:pRg st="3" end="3"/>
                                            </p:txEl>
                                          </p:spTgt>
                                        </p:tgtEl>
                                        <p:attrNameLst>
                                          <p:attrName>style.visibility</p:attrName>
                                        </p:attrNameLst>
                                      </p:cBhvr>
                                      <p:to>
                                        <p:strVal val="visible"/>
                                      </p:to>
                                    </p:set>
                                    <p:animEffect transition="in" filter="fade">
                                      <p:cBhvr>
                                        <p:cTn id="34" dur="500"/>
                                        <p:tgtEl>
                                          <p:spTgt spid="3">
                                            <p:txEl>
                                              <p:pRg st="3" end="3"/>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3">
                                            <p:txEl>
                                              <p:pRg st="4" end="4"/>
                                            </p:txEl>
                                          </p:spTgt>
                                        </p:tgtEl>
                                        <p:attrNameLst>
                                          <p:attrName>style.visibility</p:attrName>
                                        </p:attrNameLst>
                                      </p:cBhvr>
                                      <p:to>
                                        <p:strVal val="visible"/>
                                      </p:to>
                                    </p:set>
                                    <p:animEffect transition="in" filter="fade">
                                      <p:cBhvr>
                                        <p:cTn id="39" dur="500"/>
                                        <p:tgtEl>
                                          <p:spTgt spid="3">
                                            <p:txEl>
                                              <p:pRg st="4" end="4"/>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3">
                                            <p:txEl>
                                              <p:pRg st="5" end="5"/>
                                            </p:txEl>
                                          </p:spTgt>
                                        </p:tgtEl>
                                        <p:attrNameLst>
                                          <p:attrName>style.visibility</p:attrName>
                                        </p:attrNameLst>
                                      </p:cBhvr>
                                      <p:to>
                                        <p:strVal val="visible"/>
                                      </p:to>
                                    </p:set>
                                    <p:animEffect transition="in" filter="fade">
                                      <p:cBhvr>
                                        <p:cTn id="44" dur="500"/>
                                        <p:tgtEl>
                                          <p:spTgt spid="3">
                                            <p:txEl>
                                              <p:pRg st="5" end="5"/>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500"/>
                                        <p:tgtEl>
                                          <p:spTgt spid="3">
                                            <p:txEl>
                                              <p:pRg st="6" end="6"/>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500"/>
                                        <p:tgtEl>
                                          <p:spTgt spid="15"/>
                                        </p:tgtEl>
                                      </p:cBhvr>
                                    </p:animEffect>
                                  </p:childTnLst>
                                </p:cTn>
                              </p:par>
                              <p:par>
                                <p:cTn id="55" presetID="10" presetClass="entr" presetSubtype="0" fill="hold" nodeType="with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500"/>
                                        <p:tgtEl>
                                          <p:spTgt spid="19"/>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17"/>
                                        </p:tgtEl>
                                        <p:attrNameLst>
                                          <p:attrName>style.visibility</p:attrName>
                                        </p:attrNameLst>
                                      </p:cBhvr>
                                      <p:to>
                                        <p:strVal val="visible"/>
                                      </p:to>
                                    </p:set>
                                    <p:animEffect transition="in" filter="fade">
                                      <p:cBhvr>
                                        <p:cTn id="60" dur="500"/>
                                        <p:tgtEl>
                                          <p:spTgt spid="17"/>
                                        </p:tgtEl>
                                      </p:cBhvr>
                                    </p:animEffect>
                                  </p:childTnLst>
                                </p:cTn>
                              </p:par>
                              <p:par>
                                <p:cTn id="61" presetID="10" presetClass="entr" presetSubtype="0" fill="hold" nodeType="with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500"/>
                                        <p:tgtEl>
                                          <p:spTgt spid="24"/>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18"/>
                                        </p:tgtEl>
                                        <p:attrNameLst>
                                          <p:attrName>style.visibility</p:attrName>
                                        </p:attrNameLst>
                                      </p:cBhvr>
                                      <p:to>
                                        <p:strVal val="visible"/>
                                      </p:to>
                                    </p:set>
                                    <p:animEffect transition="in" filter="fade">
                                      <p:cBhvr>
                                        <p:cTn id="66" dur="500"/>
                                        <p:tgtEl>
                                          <p:spTgt spid="18"/>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3">
                                            <p:txEl>
                                              <p:pRg st="7" end="7"/>
                                            </p:txEl>
                                          </p:spTgt>
                                        </p:tgtEl>
                                        <p:attrNameLst>
                                          <p:attrName>style.visibility</p:attrName>
                                        </p:attrNameLst>
                                      </p:cBhvr>
                                      <p:to>
                                        <p:strVal val="visible"/>
                                      </p:to>
                                    </p:set>
                                    <p:animEffect transition="in" filter="fade">
                                      <p:cBhvr>
                                        <p:cTn id="71"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5" grpId="0" animBg="1"/>
      <p:bldP spid="17" grpId="0" animBg="1"/>
      <p:bldP spid="1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52038C-D547-7195-6B58-E54627BD19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B88095-9271-FA31-B61B-0F57C87D65E8}"/>
              </a:ext>
            </a:extLst>
          </p:cNvPr>
          <p:cNvSpPr>
            <a:spLocks noGrp="1"/>
          </p:cNvSpPr>
          <p:nvPr>
            <p:ph type="title"/>
          </p:nvPr>
        </p:nvSpPr>
        <p:spPr>
          <a:xfrm>
            <a:off x="1" y="27432"/>
            <a:ext cx="10653578" cy="1132258"/>
          </a:xfrm>
        </p:spPr>
        <p:txBody>
          <a:bodyPr/>
          <a:lstStyle/>
          <a:p>
            <a:r>
              <a:rPr lang="en-US" dirty="0"/>
              <a:t>Factory Method Pattern</a:t>
            </a:r>
          </a:p>
        </p:txBody>
      </p:sp>
      <p:sp>
        <p:nvSpPr>
          <p:cNvPr id="3" name="Content Placeholder 2">
            <a:extLst>
              <a:ext uri="{FF2B5EF4-FFF2-40B4-BE49-F238E27FC236}">
                <a16:creationId xmlns:a16="http://schemas.microsoft.com/office/drawing/2014/main" id="{363056BE-ADAE-1D55-0096-8730096DEDC3}"/>
              </a:ext>
            </a:extLst>
          </p:cNvPr>
          <p:cNvSpPr>
            <a:spLocks noGrp="1"/>
          </p:cNvSpPr>
          <p:nvPr>
            <p:ph idx="1"/>
          </p:nvPr>
        </p:nvSpPr>
        <p:spPr>
          <a:xfrm>
            <a:off x="0" y="548640"/>
            <a:ext cx="10653579" cy="4593828"/>
          </a:xfrm>
        </p:spPr>
        <p:txBody>
          <a:bodyPr>
            <a:normAutofit/>
          </a:bodyPr>
          <a:lstStyle/>
          <a:p>
            <a:r>
              <a:rPr lang="en-US" sz="1400" dirty="0">
                <a:highlight>
                  <a:srgbClr val="FFFF00"/>
                </a:highlight>
              </a:rPr>
              <a:t>Defines an interface for creating an object using a superclass, with the subclass(es) deciding on the exact object to create</a:t>
            </a:r>
          </a:p>
          <a:p>
            <a:r>
              <a:rPr lang="en-US" sz="1400" dirty="0"/>
              <a:t>Application for rendering various design templates</a:t>
            </a:r>
          </a:p>
          <a:p>
            <a:pPr lvl="1"/>
            <a:r>
              <a:rPr lang="en-US" sz="1400" dirty="0"/>
              <a:t>The “Controller” interface would represent the superclass, specifying the ability to render a design template</a:t>
            </a:r>
          </a:p>
          <a:p>
            <a:pPr lvl="1"/>
            <a:r>
              <a:rPr lang="en-US" sz="1400" dirty="0"/>
              <a:t>“</a:t>
            </a:r>
            <a:r>
              <a:rPr lang="en-US" sz="1400" dirty="0" err="1"/>
              <a:t>DesignControllerOne</a:t>
            </a:r>
            <a:r>
              <a:rPr lang="en-US" sz="1400" dirty="0"/>
              <a:t>”, “</a:t>
            </a:r>
            <a:r>
              <a:rPr lang="en-US" sz="1400" dirty="0" err="1"/>
              <a:t>DesignControllerTwo</a:t>
            </a:r>
            <a:r>
              <a:rPr lang="en-US" sz="1400" dirty="0"/>
              <a:t>”, etc. would represent the subclasses that specify the exact templates that should be rendered</a:t>
            </a:r>
          </a:p>
          <a:p>
            <a:pPr lvl="1"/>
            <a:r>
              <a:rPr lang="en-US" sz="1400" dirty="0"/>
              <a:t>This approach adheres well to the </a:t>
            </a:r>
            <a:r>
              <a:rPr lang="en-US" sz="1400" i="1" dirty="0" err="1"/>
              <a:t>Liskov</a:t>
            </a:r>
            <a:r>
              <a:rPr lang="en-US" sz="1400" i="1" dirty="0"/>
              <a:t> Substitution Principle</a:t>
            </a:r>
            <a:endParaRPr lang="en-US" sz="1400" dirty="0"/>
          </a:p>
        </p:txBody>
      </p:sp>
      <p:sp>
        <p:nvSpPr>
          <p:cNvPr id="9" name="Rectangle 8">
            <a:extLst>
              <a:ext uri="{FF2B5EF4-FFF2-40B4-BE49-F238E27FC236}">
                <a16:creationId xmlns:a16="http://schemas.microsoft.com/office/drawing/2014/main" id="{74ECAF99-776C-1D4E-C0AF-9B8ACF746494}"/>
              </a:ext>
            </a:extLst>
          </p:cNvPr>
          <p:cNvSpPr/>
          <p:nvPr/>
        </p:nvSpPr>
        <p:spPr>
          <a:xfrm>
            <a:off x="3898964" y="2845554"/>
            <a:ext cx="3412236" cy="9144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a:solidFill>
                  <a:schemeClr val="tx1"/>
                </a:solidFill>
              </a:rPr>
              <a:t>Controller</a:t>
            </a:r>
            <a:r>
              <a:rPr lang="en-US" dirty="0">
                <a:solidFill>
                  <a:schemeClr val="tx1"/>
                </a:solidFill>
              </a:rPr>
              <a:t> (interface)</a:t>
            </a:r>
          </a:p>
          <a:p>
            <a:pPr algn="ctr"/>
            <a:r>
              <a:rPr lang="en-US" dirty="0">
                <a:solidFill>
                  <a:schemeClr val="tx1"/>
                </a:solidFill>
              </a:rPr>
              <a:t>render():</a:t>
            </a:r>
          </a:p>
        </p:txBody>
      </p:sp>
      <p:sp>
        <p:nvSpPr>
          <p:cNvPr id="10" name="Rectangle 9">
            <a:extLst>
              <a:ext uri="{FF2B5EF4-FFF2-40B4-BE49-F238E27FC236}">
                <a16:creationId xmlns:a16="http://schemas.microsoft.com/office/drawing/2014/main" id="{8D71DD83-61AD-0D57-B87C-F0335DCEB261}"/>
              </a:ext>
            </a:extLst>
          </p:cNvPr>
          <p:cNvSpPr/>
          <p:nvPr/>
        </p:nvSpPr>
        <p:spPr>
          <a:xfrm>
            <a:off x="3105722" y="5370576"/>
            <a:ext cx="2499360" cy="954024"/>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err="1">
                <a:solidFill>
                  <a:schemeClr val="tx1"/>
                </a:solidFill>
              </a:rPr>
              <a:t>DesignControllerOne</a:t>
            </a:r>
            <a:endParaRPr lang="en-US" dirty="0">
              <a:solidFill>
                <a:schemeClr val="tx1"/>
              </a:solidFill>
            </a:endParaRPr>
          </a:p>
          <a:p>
            <a:pPr algn="ctr"/>
            <a:r>
              <a:rPr lang="en-US" dirty="0">
                <a:solidFill>
                  <a:schemeClr val="tx1"/>
                </a:solidFill>
              </a:rPr>
              <a:t>render():</a:t>
            </a:r>
          </a:p>
        </p:txBody>
      </p:sp>
      <p:sp>
        <p:nvSpPr>
          <p:cNvPr id="11" name="Rectangle 10">
            <a:extLst>
              <a:ext uri="{FF2B5EF4-FFF2-40B4-BE49-F238E27FC236}">
                <a16:creationId xmlns:a16="http://schemas.microsoft.com/office/drawing/2014/main" id="{0386D780-8232-11C2-4748-CEF4951F50B8}"/>
              </a:ext>
            </a:extLst>
          </p:cNvPr>
          <p:cNvSpPr/>
          <p:nvPr/>
        </p:nvSpPr>
        <p:spPr>
          <a:xfrm>
            <a:off x="6061520" y="5370576"/>
            <a:ext cx="2499360" cy="954024"/>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err="1">
                <a:solidFill>
                  <a:schemeClr val="tx1"/>
                </a:solidFill>
              </a:rPr>
              <a:t>DesignControllerTwo</a:t>
            </a:r>
            <a:endParaRPr lang="en-US" dirty="0">
              <a:solidFill>
                <a:schemeClr val="tx1"/>
              </a:solidFill>
            </a:endParaRPr>
          </a:p>
          <a:p>
            <a:pPr algn="ctr"/>
            <a:r>
              <a:rPr lang="en-US" dirty="0">
                <a:solidFill>
                  <a:schemeClr val="tx1"/>
                </a:solidFill>
              </a:rPr>
              <a:t>render():</a:t>
            </a:r>
          </a:p>
        </p:txBody>
      </p:sp>
      <p:cxnSp>
        <p:nvCxnSpPr>
          <p:cNvPr id="4" name="Straight Arrow Connector 3">
            <a:extLst>
              <a:ext uri="{FF2B5EF4-FFF2-40B4-BE49-F238E27FC236}">
                <a16:creationId xmlns:a16="http://schemas.microsoft.com/office/drawing/2014/main" id="{4980BF12-2336-C5F1-14B2-FAA768AE9F6B}"/>
              </a:ext>
            </a:extLst>
          </p:cNvPr>
          <p:cNvCxnSpPr>
            <a:cxnSpLocks/>
          </p:cNvCxnSpPr>
          <p:nvPr/>
        </p:nvCxnSpPr>
        <p:spPr>
          <a:xfrm flipV="1">
            <a:off x="4236720" y="3904488"/>
            <a:ext cx="934917" cy="146608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6694D181-58FC-DC09-8676-700B6E2F1A4F}"/>
              </a:ext>
            </a:extLst>
          </p:cNvPr>
          <p:cNvCxnSpPr>
            <a:cxnSpLocks/>
          </p:cNvCxnSpPr>
          <p:nvPr/>
        </p:nvCxnSpPr>
        <p:spPr>
          <a:xfrm flipH="1" flipV="1">
            <a:off x="5760662" y="3904488"/>
            <a:ext cx="1083945" cy="146608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39286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10" presetClass="entr" presetSubtype="0" fill="hold" nodeType="with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500"/>
                                        <p:tgtEl>
                                          <p:spTgt spid="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par>
                                <p:cTn id="29" presetID="10" presetClass="entr" presetSubtype="0" fill="hold" nodeType="with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500"/>
                                        <p:tgtEl>
                                          <p:spTgt spid="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3">
                                            <p:txEl>
                                              <p:pRg st="4" end="4"/>
                                            </p:txEl>
                                          </p:spTgt>
                                        </p:tgtEl>
                                        <p:attrNameLst>
                                          <p:attrName>style.visibility</p:attrName>
                                        </p:attrNameLst>
                                      </p:cBhvr>
                                      <p:to>
                                        <p:strVal val="visible"/>
                                      </p:to>
                                    </p:set>
                                    <p:animEffect transition="in" filter="fade">
                                      <p:cBhvr>
                                        <p:cTn id="39"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ADC275-DB67-F293-EE6D-C3ED550F2D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741DDC-0049-78D7-522E-FE99969205AD}"/>
              </a:ext>
            </a:extLst>
          </p:cNvPr>
          <p:cNvSpPr>
            <a:spLocks noGrp="1"/>
          </p:cNvSpPr>
          <p:nvPr>
            <p:ph type="title"/>
          </p:nvPr>
        </p:nvSpPr>
        <p:spPr>
          <a:xfrm>
            <a:off x="1" y="27432"/>
            <a:ext cx="10653578" cy="1132258"/>
          </a:xfrm>
        </p:spPr>
        <p:txBody>
          <a:bodyPr/>
          <a:lstStyle/>
          <a:p>
            <a:r>
              <a:rPr lang="en-US" dirty="0"/>
              <a:t>Abstract Factory Pattern</a:t>
            </a:r>
          </a:p>
        </p:txBody>
      </p:sp>
      <p:sp>
        <p:nvSpPr>
          <p:cNvPr id="3" name="Content Placeholder 2">
            <a:extLst>
              <a:ext uri="{FF2B5EF4-FFF2-40B4-BE49-F238E27FC236}">
                <a16:creationId xmlns:a16="http://schemas.microsoft.com/office/drawing/2014/main" id="{C7004C8E-3BAE-4347-A5D3-BF3580522C2C}"/>
              </a:ext>
            </a:extLst>
          </p:cNvPr>
          <p:cNvSpPr>
            <a:spLocks noGrp="1"/>
          </p:cNvSpPr>
          <p:nvPr>
            <p:ph idx="1"/>
          </p:nvPr>
        </p:nvSpPr>
        <p:spPr>
          <a:xfrm>
            <a:off x="0" y="548640"/>
            <a:ext cx="10653579" cy="4593828"/>
          </a:xfrm>
        </p:spPr>
        <p:txBody>
          <a:bodyPr>
            <a:normAutofit/>
          </a:bodyPr>
          <a:lstStyle/>
          <a:p>
            <a:r>
              <a:rPr lang="en-US" sz="1400" dirty="0">
                <a:highlight>
                  <a:srgbClr val="FFFF00"/>
                </a:highlight>
              </a:rPr>
              <a:t>Defines an interface for creating families of related objects without specifying each of the individual objects comprising a given family</a:t>
            </a:r>
          </a:p>
          <a:p>
            <a:r>
              <a:rPr lang="en-US" sz="1400" dirty="0"/>
              <a:t>Application for using various UI components across different operating systems</a:t>
            </a:r>
          </a:p>
          <a:p>
            <a:pPr lvl="1"/>
            <a:r>
              <a:rPr lang="en-US" sz="1400" dirty="0"/>
              <a:t>Let’s assume the behaviors of the components are the same, regardless of the operating system</a:t>
            </a:r>
          </a:p>
          <a:p>
            <a:pPr lvl="1"/>
            <a:r>
              <a:rPr lang="en-US" sz="1400" dirty="0"/>
              <a:t>Because of consistent behaviors, we don’t need to define all of these components separately</a:t>
            </a:r>
          </a:p>
          <a:p>
            <a:pPr lvl="2"/>
            <a:r>
              <a:rPr lang="en-US" sz="1200" dirty="0"/>
              <a:t>Even though they may slightly differ in look, their functionality is the same</a:t>
            </a:r>
          </a:p>
          <a:p>
            <a:pPr lvl="2"/>
            <a:r>
              <a:rPr lang="en-US" sz="1200" dirty="0"/>
              <a:t>Therefore, the different look of the UI components can easily be grouped by operating system</a:t>
            </a:r>
          </a:p>
        </p:txBody>
      </p:sp>
      <p:sp>
        <p:nvSpPr>
          <p:cNvPr id="9" name="Rectangle 8">
            <a:extLst>
              <a:ext uri="{FF2B5EF4-FFF2-40B4-BE49-F238E27FC236}">
                <a16:creationId xmlns:a16="http://schemas.microsoft.com/office/drawing/2014/main" id="{0AC76375-D9AB-8B05-BC1D-6C5EEC2E75DC}"/>
              </a:ext>
            </a:extLst>
          </p:cNvPr>
          <p:cNvSpPr/>
          <p:nvPr/>
        </p:nvSpPr>
        <p:spPr>
          <a:xfrm>
            <a:off x="3514916" y="3269226"/>
            <a:ext cx="3928300" cy="9144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err="1">
                <a:solidFill>
                  <a:schemeClr val="tx1"/>
                </a:solidFill>
              </a:rPr>
              <a:t>UIComponentFactory</a:t>
            </a:r>
            <a:r>
              <a:rPr lang="en-US" dirty="0">
                <a:solidFill>
                  <a:schemeClr val="tx1"/>
                </a:solidFill>
              </a:rPr>
              <a:t> (interface)</a:t>
            </a:r>
          </a:p>
          <a:p>
            <a:pPr algn="ctr"/>
            <a:r>
              <a:rPr lang="en-US" dirty="0" err="1">
                <a:solidFill>
                  <a:schemeClr val="tx1"/>
                </a:solidFill>
              </a:rPr>
              <a:t>createPage</a:t>
            </a:r>
            <a:r>
              <a:rPr lang="en-US" dirty="0">
                <a:solidFill>
                  <a:schemeClr val="tx1"/>
                </a:solidFill>
              </a:rPr>
              <a:t>():</a:t>
            </a:r>
          </a:p>
        </p:txBody>
      </p:sp>
      <p:sp>
        <p:nvSpPr>
          <p:cNvPr id="10" name="Rectangle 9">
            <a:extLst>
              <a:ext uri="{FF2B5EF4-FFF2-40B4-BE49-F238E27FC236}">
                <a16:creationId xmlns:a16="http://schemas.microsoft.com/office/drawing/2014/main" id="{17625782-A82C-D4D0-71E7-A08C80B61A01}"/>
              </a:ext>
            </a:extLst>
          </p:cNvPr>
          <p:cNvSpPr/>
          <p:nvPr/>
        </p:nvSpPr>
        <p:spPr>
          <a:xfrm>
            <a:off x="2713115" y="5577840"/>
            <a:ext cx="2951226" cy="954024"/>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err="1">
                <a:solidFill>
                  <a:schemeClr val="tx1"/>
                </a:solidFill>
              </a:rPr>
              <a:t>MacComponentFactory</a:t>
            </a:r>
            <a:endParaRPr lang="en-US" dirty="0">
              <a:solidFill>
                <a:schemeClr val="tx1"/>
              </a:solidFill>
            </a:endParaRPr>
          </a:p>
          <a:p>
            <a:pPr algn="ctr"/>
            <a:r>
              <a:rPr lang="en-US" dirty="0" err="1">
                <a:solidFill>
                  <a:schemeClr val="tx1"/>
                </a:solidFill>
              </a:rPr>
              <a:t>createPage</a:t>
            </a:r>
            <a:r>
              <a:rPr lang="en-US" dirty="0">
                <a:solidFill>
                  <a:schemeClr val="tx1"/>
                </a:solidFill>
              </a:rPr>
              <a:t>():</a:t>
            </a:r>
          </a:p>
        </p:txBody>
      </p:sp>
      <p:sp>
        <p:nvSpPr>
          <p:cNvPr id="11" name="Rectangle 10">
            <a:extLst>
              <a:ext uri="{FF2B5EF4-FFF2-40B4-BE49-F238E27FC236}">
                <a16:creationId xmlns:a16="http://schemas.microsoft.com/office/drawing/2014/main" id="{11B31133-7D02-475C-E8BF-C971ED3EFE9B}"/>
              </a:ext>
            </a:extLst>
          </p:cNvPr>
          <p:cNvSpPr/>
          <p:nvPr/>
        </p:nvSpPr>
        <p:spPr>
          <a:xfrm>
            <a:off x="6359518" y="5577840"/>
            <a:ext cx="3512248" cy="954024"/>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err="1">
                <a:solidFill>
                  <a:schemeClr val="tx1"/>
                </a:solidFill>
              </a:rPr>
              <a:t>WindowsComponentFactory</a:t>
            </a:r>
            <a:endParaRPr lang="en-US" dirty="0">
              <a:solidFill>
                <a:schemeClr val="tx1"/>
              </a:solidFill>
            </a:endParaRPr>
          </a:p>
          <a:p>
            <a:pPr algn="ctr"/>
            <a:r>
              <a:rPr lang="en-US" dirty="0" err="1">
                <a:solidFill>
                  <a:schemeClr val="tx1"/>
                </a:solidFill>
              </a:rPr>
              <a:t>createPage</a:t>
            </a:r>
            <a:r>
              <a:rPr lang="en-US" dirty="0">
                <a:solidFill>
                  <a:schemeClr val="tx1"/>
                </a:solidFill>
              </a:rPr>
              <a:t>():</a:t>
            </a:r>
          </a:p>
        </p:txBody>
      </p:sp>
      <p:cxnSp>
        <p:nvCxnSpPr>
          <p:cNvPr id="4" name="Straight Arrow Connector 3">
            <a:extLst>
              <a:ext uri="{FF2B5EF4-FFF2-40B4-BE49-F238E27FC236}">
                <a16:creationId xmlns:a16="http://schemas.microsoft.com/office/drawing/2014/main" id="{19395FC7-B94C-2F96-C343-6B0C917A0D3A}"/>
              </a:ext>
            </a:extLst>
          </p:cNvPr>
          <p:cNvCxnSpPr>
            <a:cxnSpLocks/>
          </p:cNvCxnSpPr>
          <p:nvPr/>
        </p:nvCxnSpPr>
        <p:spPr>
          <a:xfrm flipV="1">
            <a:off x="4252736" y="4315968"/>
            <a:ext cx="716428" cy="126187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393BF093-C385-8406-5A5D-60720F2DFB66}"/>
              </a:ext>
            </a:extLst>
          </p:cNvPr>
          <p:cNvCxnSpPr>
            <a:cxnSpLocks/>
          </p:cNvCxnSpPr>
          <p:nvPr/>
        </p:nvCxnSpPr>
        <p:spPr>
          <a:xfrm flipH="1" flipV="1">
            <a:off x="5664341" y="4315968"/>
            <a:ext cx="1605058" cy="126187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2528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par>
                                <p:cTn id="33" presetID="10" presetClass="entr" presetSubtype="0" fill="hold" nodeType="withEffect">
                                  <p:stCondLst>
                                    <p:cond delay="0"/>
                                  </p:stCondLst>
                                  <p:childTnLst>
                                    <p:set>
                                      <p:cBhvr>
                                        <p:cTn id="34" dur="1" fill="hold">
                                          <p:stCondLst>
                                            <p:cond delay="0"/>
                                          </p:stCondLst>
                                        </p:cTn>
                                        <p:tgtEl>
                                          <p:spTgt spid="4"/>
                                        </p:tgtEl>
                                        <p:attrNameLst>
                                          <p:attrName>style.visibility</p:attrName>
                                        </p:attrNameLst>
                                      </p:cBhvr>
                                      <p:to>
                                        <p:strVal val="visible"/>
                                      </p:to>
                                    </p:set>
                                    <p:animEffect transition="in" filter="fade">
                                      <p:cBhvr>
                                        <p:cTn id="35" dur="500"/>
                                        <p:tgtEl>
                                          <p:spTgt spid="4"/>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500"/>
                                        <p:tgtEl>
                                          <p:spTgt spid="10"/>
                                        </p:tgtEl>
                                      </p:cBhvr>
                                    </p:animEffect>
                                  </p:childTnLst>
                                </p:cTn>
                              </p:par>
                              <p:par>
                                <p:cTn id="39" presetID="10" presetClass="entr" presetSubtype="0" fill="hold" nodeType="with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fade">
                                      <p:cBhvr>
                                        <p:cTn id="41" dur="500"/>
                                        <p:tgtEl>
                                          <p:spTgt spid="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fade">
                                      <p:cBhvr>
                                        <p:cTn id="44"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2E539D-2086-3CB2-8678-9DB6AC3183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B4667B-F6CF-9469-B7B0-B837F4EAC81D}"/>
              </a:ext>
            </a:extLst>
          </p:cNvPr>
          <p:cNvSpPr>
            <a:spLocks noGrp="1"/>
          </p:cNvSpPr>
          <p:nvPr>
            <p:ph type="title"/>
          </p:nvPr>
        </p:nvSpPr>
        <p:spPr>
          <a:xfrm>
            <a:off x="1" y="27432"/>
            <a:ext cx="10653578" cy="1132258"/>
          </a:xfrm>
        </p:spPr>
        <p:txBody>
          <a:bodyPr/>
          <a:lstStyle/>
          <a:p>
            <a:r>
              <a:rPr lang="en-US" dirty="0"/>
              <a:t>Builder Pattern</a:t>
            </a:r>
          </a:p>
        </p:txBody>
      </p:sp>
      <p:sp>
        <p:nvSpPr>
          <p:cNvPr id="3" name="Content Placeholder 2">
            <a:extLst>
              <a:ext uri="{FF2B5EF4-FFF2-40B4-BE49-F238E27FC236}">
                <a16:creationId xmlns:a16="http://schemas.microsoft.com/office/drawing/2014/main" id="{81D4E1DD-906C-D206-BF08-29EBC3D8C248}"/>
              </a:ext>
            </a:extLst>
          </p:cNvPr>
          <p:cNvSpPr>
            <a:spLocks noGrp="1"/>
          </p:cNvSpPr>
          <p:nvPr>
            <p:ph idx="1"/>
          </p:nvPr>
        </p:nvSpPr>
        <p:spPr>
          <a:xfrm>
            <a:off x="0" y="548640"/>
            <a:ext cx="10653579" cy="4593828"/>
          </a:xfrm>
        </p:spPr>
        <p:txBody>
          <a:bodyPr>
            <a:normAutofit/>
          </a:bodyPr>
          <a:lstStyle/>
          <a:p>
            <a:r>
              <a:rPr lang="en-US" sz="1400" dirty="0">
                <a:highlight>
                  <a:srgbClr val="FFFF00"/>
                </a:highlight>
              </a:rPr>
              <a:t>Useful when designing complex objects through a series of steps</a:t>
            </a:r>
          </a:p>
          <a:p>
            <a:r>
              <a:rPr lang="en-US" sz="1400" dirty="0"/>
              <a:t>Application containing a car that has many parts to it</a:t>
            </a:r>
          </a:p>
          <a:p>
            <a:pPr lvl="1"/>
            <a:r>
              <a:rPr lang="en-US" sz="1400" dirty="0"/>
              <a:t>Let’s say there is a “Car” object that contains numerous objects that make it up (e.g. “Engine”, “Wheels”, “Dashboard”, etc.)</a:t>
            </a:r>
          </a:p>
          <a:p>
            <a:pPr lvl="1"/>
            <a:r>
              <a:rPr lang="en-US" sz="1400" dirty="0"/>
              <a:t>Because all these objects come into play and must be passed into the constructor, it can make it challenging to maintain the code</a:t>
            </a:r>
          </a:p>
          <a:p>
            <a:pPr lvl="2"/>
            <a:r>
              <a:rPr lang="en-US" sz="1200" dirty="0"/>
              <a:t>Violates the </a:t>
            </a:r>
            <a:r>
              <a:rPr lang="en-US" sz="1200" i="1" dirty="0"/>
              <a:t>Open-Closed Principle</a:t>
            </a:r>
            <a:r>
              <a:rPr lang="en-US" sz="1200" dirty="0"/>
              <a:t> and </a:t>
            </a:r>
            <a:r>
              <a:rPr lang="en-US" sz="1200" i="1" dirty="0"/>
              <a:t>Dependency Inversion Principle</a:t>
            </a:r>
            <a:endParaRPr lang="en-US" sz="1200" dirty="0"/>
          </a:p>
          <a:p>
            <a:pPr lvl="1"/>
            <a:r>
              <a:rPr lang="en-US" sz="1400" dirty="0"/>
              <a:t>Solution:</a:t>
            </a:r>
          </a:p>
          <a:p>
            <a:pPr lvl="2"/>
            <a:r>
              <a:rPr lang="en-US" sz="1200" dirty="0"/>
              <a:t>The “</a:t>
            </a:r>
            <a:r>
              <a:rPr lang="en-US" sz="1200" dirty="0" err="1"/>
              <a:t>CarBuilder</a:t>
            </a:r>
            <a:r>
              <a:rPr lang="en-US" sz="1200" dirty="0"/>
              <a:t>” object specifies all the steps needed to make the car</a:t>
            </a:r>
          </a:p>
          <a:p>
            <a:pPr lvl="2"/>
            <a:r>
              <a:rPr lang="en-US" sz="1200" dirty="0"/>
              <a:t>The objects that make up the car can then reference any or all of these steps, ensuring that none of these objects have to be passed inside the constructor of the “Car” object</a:t>
            </a:r>
          </a:p>
        </p:txBody>
      </p:sp>
      <p:cxnSp>
        <p:nvCxnSpPr>
          <p:cNvPr id="6" name="Straight Arrow Connector 5">
            <a:extLst>
              <a:ext uri="{FF2B5EF4-FFF2-40B4-BE49-F238E27FC236}">
                <a16:creationId xmlns:a16="http://schemas.microsoft.com/office/drawing/2014/main" id="{42871056-FC37-3744-71DB-6A92DAA8A9C8}"/>
              </a:ext>
            </a:extLst>
          </p:cNvPr>
          <p:cNvCxnSpPr>
            <a:cxnSpLocks/>
          </p:cNvCxnSpPr>
          <p:nvPr/>
        </p:nvCxnSpPr>
        <p:spPr>
          <a:xfrm flipH="1">
            <a:off x="1213104" y="5237840"/>
            <a:ext cx="379175" cy="467132"/>
          </a:xfrm>
          <a:prstGeom prst="straightConnector1">
            <a:avLst/>
          </a:prstGeom>
          <a:ln w="2857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A1CA3305-4BED-DAF3-D53F-E31A84D11F4E}"/>
              </a:ext>
            </a:extLst>
          </p:cNvPr>
          <p:cNvSpPr/>
          <p:nvPr/>
        </p:nvSpPr>
        <p:spPr>
          <a:xfrm>
            <a:off x="526952" y="4323440"/>
            <a:ext cx="3412236" cy="9144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a:solidFill>
                  <a:schemeClr val="tx1"/>
                </a:solidFill>
              </a:rPr>
              <a:t>Car</a:t>
            </a:r>
          </a:p>
          <a:p>
            <a:pPr algn="ctr"/>
            <a:r>
              <a:rPr lang="en-US" dirty="0">
                <a:solidFill>
                  <a:schemeClr val="tx1"/>
                </a:solidFill>
              </a:rPr>
              <a:t>create():</a:t>
            </a:r>
          </a:p>
        </p:txBody>
      </p:sp>
      <p:sp>
        <p:nvSpPr>
          <p:cNvPr id="10" name="Rectangle 9">
            <a:extLst>
              <a:ext uri="{FF2B5EF4-FFF2-40B4-BE49-F238E27FC236}">
                <a16:creationId xmlns:a16="http://schemas.microsoft.com/office/drawing/2014/main" id="{3E0CD584-B871-F4D0-5431-81896ADC6433}"/>
              </a:ext>
            </a:extLst>
          </p:cNvPr>
          <p:cNvSpPr/>
          <p:nvPr/>
        </p:nvSpPr>
        <p:spPr>
          <a:xfrm>
            <a:off x="76200" y="5800344"/>
            <a:ext cx="1377696" cy="954024"/>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a:solidFill>
                  <a:schemeClr val="tx1"/>
                </a:solidFill>
              </a:rPr>
              <a:t>Engine</a:t>
            </a:r>
            <a:endParaRPr lang="en-US" dirty="0">
              <a:solidFill>
                <a:schemeClr val="tx1"/>
              </a:solidFill>
            </a:endParaRPr>
          </a:p>
        </p:txBody>
      </p:sp>
      <p:cxnSp>
        <p:nvCxnSpPr>
          <p:cNvPr id="13" name="Straight Arrow Connector 12">
            <a:extLst>
              <a:ext uri="{FF2B5EF4-FFF2-40B4-BE49-F238E27FC236}">
                <a16:creationId xmlns:a16="http://schemas.microsoft.com/office/drawing/2014/main" id="{097CA0F5-A3EF-5D13-CFB5-57CDE281B03B}"/>
              </a:ext>
            </a:extLst>
          </p:cNvPr>
          <p:cNvCxnSpPr>
            <a:cxnSpLocks/>
          </p:cNvCxnSpPr>
          <p:nvPr/>
        </p:nvCxnSpPr>
        <p:spPr>
          <a:xfrm>
            <a:off x="1983398" y="5234546"/>
            <a:ext cx="499344" cy="473719"/>
          </a:xfrm>
          <a:prstGeom prst="straightConnector1">
            <a:avLst/>
          </a:prstGeom>
          <a:ln w="2857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DD79A3D9-4BCB-968D-67B9-2529424F340C}"/>
              </a:ext>
            </a:extLst>
          </p:cNvPr>
          <p:cNvSpPr/>
          <p:nvPr/>
        </p:nvSpPr>
        <p:spPr>
          <a:xfrm>
            <a:off x="1764792" y="5800344"/>
            <a:ext cx="1377696" cy="954024"/>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a:solidFill>
                  <a:schemeClr val="tx1"/>
                </a:solidFill>
              </a:rPr>
              <a:t>Wheels</a:t>
            </a:r>
            <a:endParaRPr lang="en-US" dirty="0">
              <a:solidFill>
                <a:schemeClr val="tx1"/>
              </a:solidFill>
            </a:endParaRPr>
          </a:p>
        </p:txBody>
      </p:sp>
      <p:sp>
        <p:nvSpPr>
          <p:cNvPr id="20" name="Rectangle 19">
            <a:extLst>
              <a:ext uri="{FF2B5EF4-FFF2-40B4-BE49-F238E27FC236}">
                <a16:creationId xmlns:a16="http://schemas.microsoft.com/office/drawing/2014/main" id="{F618156D-2096-6A7C-94C7-24F302C87280}"/>
              </a:ext>
            </a:extLst>
          </p:cNvPr>
          <p:cNvSpPr/>
          <p:nvPr/>
        </p:nvSpPr>
        <p:spPr>
          <a:xfrm>
            <a:off x="3392160" y="5793757"/>
            <a:ext cx="1618752" cy="954024"/>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a:solidFill>
                  <a:schemeClr val="tx1"/>
                </a:solidFill>
              </a:rPr>
              <a:t>Dashboard</a:t>
            </a:r>
            <a:endParaRPr lang="en-US" dirty="0">
              <a:solidFill>
                <a:schemeClr val="tx1"/>
              </a:solidFill>
            </a:endParaRPr>
          </a:p>
        </p:txBody>
      </p:sp>
      <p:cxnSp>
        <p:nvCxnSpPr>
          <p:cNvPr id="21" name="Straight Arrow Connector 20">
            <a:extLst>
              <a:ext uri="{FF2B5EF4-FFF2-40B4-BE49-F238E27FC236}">
                <a16:creationId xmlns:a16="http://schemas.microsoft.com/office/drawing/2014/main" id="{473FB900-687E-A5B6-285D-6D5A90608674}"/>
              </a:ext>
            </a:extLst>
          </p:cNvPr>
          <p:cNvCxnSpPr>
            <a:cxnSpLocks/>
          </p:cNvCxnSpPr>
          <p:nvPr/>
        </p:nvCxnSpPr>
        <p:spPr>
          <a:xfrm>
            <a:off x="3142488" y="5231253"/>
            <a:ext cx="499344" cy="473719"/>
          </a:xfrm>
          <a:prstGeom prst="straightConnector1">
            <a:avLst/>
          </a:prstGeom>
          <a:ln w="2857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F960D1A7-2C1C-659E-F0A0-FF2D876CC33C}"/>
              </a:ext>
            </a:extLst>
          </p:cNvPr>
          <p:cNvSpPr/>
          <p:nvPr/>
        </p:nvSpPr>
        <p:spPr>
          <a:xfrm>
            <a:off x="8343900" y="3725200"/>
            <a:ext cx="2935109" cy="1166891"/>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err="1">
                <a:solidFill>
                  <a:schemeClr val="tx1"/>
                </a:solidFill>
              </a:rPr>
              <a:t>CarBuilder</a:t>
            </a:r>
            <a:endParaRPr lang="en-US" u="sng" dirty="0">
              <a:solidFill>
                <a:schemeClr val="tx1"/>
              </a:solidFill>
            </a:endParaRPr>
          </a:p>
          <a:p>
            <a:pPr algn="ctr"/>
            <a:r>
              <a:rPr lang="en-US" dirty="0" err="1">
                <a:solidFill>
                  <a:schemeClr val="tx1"/>
                </a:solidFill>
              </a:rPr>
              <a:t>buildEngine</a:t>
            </a:r>
            <a:r>
              <a:rPr lang="en-US" dirty="0">
                <a:solidFill>
                  <a:schemeClr val="tx1"/>
                </a:solidFill>
              </a:rPr>
              <a:t>():</a:t>
            </a:r>
          </a:p>
          <a:p>
            <a:pPr algn="ctr"/>
            <a:r>
              <a:rPr lang="en-US" dirty="0" err="1">
                <a:solidFill>
                  <a:schemeClr val="tx1"/>
                </a:solidFill>
              </a:rPr>
              <a:t>buildWheels</a:t>
            </a:r>
            <a:r>
              <a:rPr lang="en-US" dirty="0">
                <a:solidFill>
                  <a:schemeClr val="tx1"/>
                </a:solidFill>
              </a:rPr>
              <a:t>():</a:t>
            </a:r>
          </a:p>
          <a:p>
            <a:pPr algn="ctr"/>
            <a:r>
              <a:rPr lang="en-US" dirty="0" err="1">
                <a:solidFill>
                  <a:schemeClr val="tx1"/>
                </a:solidFill>
              </a:rPr>
              <a:t>buildDashboard</a:t>
            </a:r>
            <a:r>
              <a:rPr lang="en-US" dirty="0">
                <a:solidFill>
                  <a:schemeClr val="tx1"/>
                </a:solidFill>
              </a:rPr>
              <a:t>():</a:t>
            </a:r>
          </a:p>
        </p:txBody>
      </p:sp>
      <p:sp>
        <p:nvSpPr>
          <p:cNvPr id="23" name="Rectangle 22">
            <a:extLst>
              <a:ext uri="{FF2B5EF4-FFF2-40B4-BE49-F238E27FC236}">
                <a16:creationId xmlns:a16="http://schemas.microsoft.com/office/drawing/2014/main" id="{4A0136AB-0E64-EE33-58B2-866281A6C6F8}"/>
              </a:ext>
            </a:extLst>
          </p:cNvPr>
          <p:cNvSpPr/>
          <p:nvPr/>
        </p:nvSpPr>
        <p:spPr>
          <a:xfrm>
            <a:off x="4743040" y="3739994"/>
            <a:ext cx="2691032" cy="1166892"/>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a:solidFill>
                  <a:schemeClr val="tx1"/>
                </a:solidFill>
              </a:rPr>
              <a:t>Builder</a:t>
            </a:r>
            <a:r>
              <a:rPr lang="en-US" dirty="0">
                <a:solidFill>
                  <a:schemeClr val="tx1"/>
                </a:solidFill>
              </a:rPr>
              <a:t> (interface)</a:t>
            </a:r>
            <a:endParaRPr lang="en-US" u="sng" dirty="0">
              <a:solidFill>
                <a:schemeClr val="tx1"/>
              </a:solidFill>
            </a:endParaRPr>
          </a:p>
          <a:p>
            <a:pPr algn="ctr"/>
            <a:r>
              <a:rPr lang="en-US" dirty="0" err="1">
                <a:solidFill>
                  <a:schemeClr val="tx1"/>
                </a:solidFill>
              </a:rPr>
              <a:t>buildEngine</a:t>
            </a:r>
            <a:r>
              <a:rPr lang="en-US" dirty="0">
                <a:solidFill>
                  <a:schemeClr val="tx1"/>
                </a:solidFill>
              </a:rPr>
              <a:t>():</a:t>
            </a:r>
          </a:p>
          <a:p>
            <a:pPr algn="ctr"/>
            <a:r>
              <a:rPr lang="en-US" dirty="0" err="1">
                <a:solidFill>
                  <a:schemeClr val="tx1"/>
                </a:solidFill>
              </a:rPr>
              <a:t>buildWheels</a:t>
            </a:r>
            <a:r>
              <a:rPr lang="en-US" dirty="0">
                <a:solidFill>
                  <a:schemeClr val="tx1"/>
                </a:solidFill>
              </a:rPr>
              <a:t>():</a:t>
            </a:r>
          </a:p>
          <a:p>
            <a:pPr algn="ctr"/>
            <a:r>
              <a:rPr lang="en-US" dirty="0" err="1">
                <a:solidFill>
                  <a:schemeClr val="tx1"/>
                </a:solidFill>
              </a:rPr>
              <a:t>buildDashboard</a:t>
            </a:r>
            <a:r>
              <a:rPr lang="en-US" dirty="0">
                <a:solidFill>
                  <a:schemeClr val="tx1"/>
                </a:solidFill>
              </a:rPr>
              <a:t>():</a:t>
            </a:r>
          </a:p>
        </p:txBody>
      </p:sp>
      <p:cxnSp>
        <p:nvCxnSpPr>
          <p:cNvPr id="27" name="Straight Arrow Connector 26">
            <a:extLst>
              <a:ext uri="{FF2B5EF4-FFF2-40B4-BE49-F238E27FC236}">
                <a16:creationId xmlns:a16="http://schemas.microsoft.com/office/drawing/2014/main" id="{347B95CC-C655-261A-CF9E-1D79CC1D5070}"/>
              </a:ext>
            </a:extLst>
          </p:cNvPr>
          <p:cNvCxnSpPr>
            <a:cxnSpLocks/>
          </p:cNvCxnSpPr>
          <p:nvPr/>
        </p:nvCxnSpPr>
        <p:spPr>
          <a:xfrm flipH="1">
            <a:off x="7603121" y="4345513"/>
            <a:ext cx="740779"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A393D5D3-F50A-C469-B652-62E8B8E7557E}"/>
              </a:ext>
            </a:extLst>
          </p:cNvPr>
          <p:cNvSpPr/>
          <p:nvPr/>
        </p:nvSpPr>
        <p:spPr>
          <a:xfrm>
            <a:off x="5489397" y="5793757"/>
            <a:ext cx="1691693" cy="954024"/>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a:solidFill>
                  <a:schemeClr val="tx1"/>
                </a:solidFill>
              </a:rPr>
              <a:t>Engine</a:t>
            </a:r>
          </a:p>
          <a:p>
            <a:pPr algn="ctr"/>
            <a:r>
              <a:rPr lang="en-US" dirty="0" err="1">
                <a:solidFill>
                  <a:schemeClr val="tx1"/>
                </a:solidFill>
              </a:rPr>
              <a:t>buildEngine</a:t>
            </a:r>
            <a:r>
              <a:rPr lang="en-US" dirty="0">
                <a:solidFill>
                  <a:schemeClr val="tx1"/>
                </a:solidFill>
              </a:rPr>
              <a:t>():</a:t>
            </a:r>
          </a:p>
        </p:txBody>
      </p:sp>
      <p:sp>
        <p:nvSpPr>
          <p:cNvPr id="31" name="Rectangle 30">
            <a:extLst>
              <a:ext uri="{FF2B5EF4-FFF2-40B4-BE49-F238E27FC236}">
                <a16:creationId xmlns:a16="http://schemas.microsoft.com/office/drawing/2014/main" id="{2E3C0627-8953-952E-65DB-3591E0FECAF3}"/>
              </a:ext>
            </a:extLst>
          </p:cNvPr>
          <p:cNvSpPr/>
          <p:nvPr/>
        </p:nvSpPr>
        <p:spPr>
          <a:xfrm>
            <a:off x="7434072" y="5808604"/>
            <a:ext cx="1819656" cy="954024"/>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a:solidFill>
                  <a:schemeClr val="tx1"/>
                </a:solidFill>
              </a:rPr>
              <a:t>Wheels</a:t>
            </a:r>
          </a:p>
          <a:p>
            <a:pPr algn="ctr"/>
            <a:r>
              <a:rPr lang="en-US" dirty="0" err="1">
                <a:solidFill>
                  <a:schemeClr val="tx1"/>
                </a:solidFill>
              </a:rPr>
              <a:t>buildWheels</a:t>
            </a:r>
            <a:r>
              <a:rPr lang="en-US" dirty="0">
                <a:solidFill>
                  <a:schemeClr val="tx1"/>
                </a:solidFill>
              </a:rPr>
              <a:t>():</a:t>
            </a:r>
          </a:p>
        </p:txBody>
      </p:sp>
      <p:sp>
        <p:nvSpPr>
          <p:cNvPr id="32" name="Rectangle 31">
            <a:extLst>
              <a:ext uri="{FF2B5EF4-FFF2-40B4-BE49-F238E27FC236}">
                <a16:creationId xmlns:a16="http://schemas.microsoft.com/office/drawing/2014/main" id="{CDAFEB41-BD1A-8A3B-B639-41410615B248}"/>
              </a:ext>
            </a:extLst>
          </p:cNvPr>
          <p:cNvSpPr/>
          <p:nvPr/>
        </p:nvSpPr>
        <p:spPr>
          <a:xfrm>
            <a:off x="9462565" y="5808604"/>
            <a:ext cx="2085537" cy="954024"/>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a:solidFill>
                  <a:schemeClr val="tx1"/>
                </a:solidFill>
              </a:rPr>
              <a:t>Dashboard</a:t>
            </a:r>
          </a:p>
          <a:p>
            <a:pPr algn="ctr"/>
            <a:r>
              <a:rPr lang="en-US" dirty="0" err="1">
                <a:solidFill>
                  <a:schemeClr val="tx1"/>
                </a:solidFill>
              </a:rPr>
              <a:t>buildDashboard</a:t>
            </a:r>
            <a:r>
              <a:rPr lang="en-US" dirty="0">
                <a:solidFill>
                  <a:schemeClr val="tx1"/>
                </a:solidFill>
              </a:rPr>
              <a:t>():</a:t>
            </a:r>
          </a:p>
        </p:txBody>
      </p:sp>
      <p:cxnSp>
        <p:nvCxnSpPr>
          <p:cNvPr id="33" name="Straight Arrow Connector 32">
            <a:extLst>
              <a:ext uri="{FF2B5EF4-FFF2-40B4-BE49-F238E27FC236}">
                <a16:creationId xmlns:a16="http://schemas.microsoft.com/office/drawing/2014/main" id="{377FA725-1812-4240-E2D2-C3261F3DA40C}"/>
              </a:ext>
            </a:extLst>
          </p:cNvPr>
          <p:cNvCxnSpPr>
            <a:cxnSpLocks/>
          </p:cNvCxnSpPr>
          <p:nvPr/>
        </p:nvCxnSpPr>
        <p:spPr>
          <a:xfrm flipH="1" flipV="1">
            <a:off x="6257368" y="5013322"/>
            <a:ext cx="97712" cy="780435"/>
          </a:xfrm>
          <a:prstGeom prst="straightConnector1">
            <a:avLst/>
          </a:prstGeom>
          <a:ln w="2857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347454EC-161B-F6CA-2E41-D2E68F1141F4}"/>
              </a:ext>
            </a:extLst>
          </p:cNvPr>
          <p:cNvCxnSpPr>
            <a:cxnSpLocks/>
            <a:stCxn id="31" idx="0"/>
          </p:cNvCxnSpPr>
          <p:nvPr/>
        </p:nvCxnSpPr>
        <p:spPr>
          <a:xfrm flipH="1" flipV="1">
            <a:off x="6608062" y="5013322"/>
            <a:ext cx="1735838" cy="795282"/>
          </a:xfrm>
          <a:prstGeom prst="straightConnector1">
            <a:avLst/>
          </a:prstGeom>
          <a:ln w="2857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7F4EAAD3-4E27-BD25-B8CD-9F0A7DF692DD}"/>
              </a:ext>
            </a:extLst>
          </p:cNvPr>
          <p:cNvCxnSpPr>
            <a:cxnSpLocks/>
          </p:cNvCxnSpPr>
          <p:nvPr/>
        </p:nvCxnSpPr>
        <p:spPr>
          <a:xfrm flipH="1" flipV="1">
            <a:off x="7434071" y="5042388"/>
            <a:ext cx="3087883" cy="766216"/>
          </a:xfrm>
          <a:prstGeom prst="straightConnector1">
            <a:avLst/>
          </a:prstGeom>
          <a:ln w="2857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46" name="Rectangle 45">
            <a:extLst>
              <a:ext uri="{FF2B5EF4-FFF2-40B4-BE49-F238E27FC236}">
                <a16:creationId xmlns:a16="http://schemas.microsoft.com/office/drawing/2014/main" id="{034F5696-AC7A-AE96-ED3B-9F033C7E8EF0}"/>
              </a:ext>
            </a:extLst>
          </p:cNvPr>
          <p:cNvSpPr/>
          <p:nvPr/>
        </p:nvSpPr>
        <p:spPr>
          <a:xfrm>
            <a:off x="10258936" y="5013322"/>
            <a:ext cx="1843190" cy="650354"/>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a:solidFill>
                  <a:schemeClr val="tx1"/>
                </a:solidFill>
              </a:rPr>
              <a:t>Car</a:t>
            </a:r>
          </a:p>
          <a:p>
            <a:pPr algn="ctr"/>
            <a:r>
              <a:rPr lang="en-US" dirty="0" err="1">
                <a:solidFill>
                  <a:schemeClr val="tx1"/>
                </a:solidFill>
              </a:rPr>
              <a:t>buildCar</a:t>
            </a:r>
            <a:r>
              <a:rPr lang="en-US" dirty="0">
                <a:solidFill>
                  <a:schemeClr val="tx1"/>
                </a:solidFill>
              </a:rPr>
              <a:t>():</a:t>
            </a:r>
          </a:p>
        </p:txBody>
      </p:sp>
      <p:cxnSp>
        <p:nvCxnSpPr>
          <p:cNvPr id="47" name="Straight Arrow Connector 46">
            <a:extLst>
              <a:ext uri="{FF2B5EF4-FFF2-40B4-BE49-F238E27FC236}">
                <a16:creationId xmlns:a16="http://schemas.microsoft.com/office/drawing/2014/main" id="{74046553-A4DE-DE31-1C33-5B614E286A6C}"/>
              </a:ext>
            </a:extLst>
          </p:cNvPr>
          <p:cNvCxnSpPr>
            <a:cxnSpLocks/>
          </p:cNvCxnSpPr>
          <p:nvPr/>
        </p:nvCxnSpPr>
        <p:spPr>
          <a:xfrm flipH="1" flipV="1">
            <a:off x="7601536" y="4906886"/>
            <a:ext cx="2639038" cy="504077"/>
          </a:xfrm>
          <a:prstGeom prst="straightConnector1">
            <a:avLst/>
          </a:prstGeom>
          <a:ln w="2857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8271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par>
                                <p:cTn id="18" presetID="10" presetClass="entr" presetSubtype="0" fill="hold" nodeType="with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500"/>
                                        <p:tgtEl>
                                          <p:spTgt spid="6"/>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00"/>
                                        <p:tgtEl>
                                          <p:spTgt spid="16"/>
                                        </p:tgtEl>
                                      </p:cBhvr>
                                    </p:animEffect>
                                  </p:childTnLst>
                                </p:cTn>
                              </p:par>
                              <p:par>
                                <p:cTn id="27" presetID="10" presetClass="entr" presetSubtype="0" fill="hold"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500"/>
                                        <p:tgtEl>
                                          <p:spTgt spid="13"/>
                                        </p:tgtEl>
                                      </p:cBhvr>
                                    </p:animEffect>
                                  </p:childTnLst>
                                </p:cTn>
                              </p:par>
                              <p:par>
                                <p:cTn id="30" presetID="10" presetClass="entr" presetSubtype="0" fill="hold" nodeType="with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fade">
                                      <p:cBhvr>
                                        <p:cTn id="32" dur="500"/>
                                        <p:tgtEl>
                                          <p:spTgt spid="2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fade">
                                      <p:cBhvr>
                                        <p:cTn id="35" dur="500"/>
                                        <p:tgtEl>
                                          <p:spTgt spid="20"/>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3">
                                            <p:txEl>
                                              <p:pRg st="3" end="3"/>
                                            </p:txEl>
                                          </p:spTgt>
                                        </p:tgtEl>
                                        <p:attrNameLst>
                                          <p:attrName>style.visibility</p:attrName>
                                        </p:attrNameLst>
                                      </p:cBhvr>
                                      <p:to>
                                        <p:strVal val="visible"/>
                                      </p:to>
                                    </p:set>
                                    <p:animEffect transition="in" filter="fade">
                                      <p:cBhvr>
                                        <p:cTn id="40" dur="500"/>
                                        <p:tgtEl>
                                          <p:spTgt spid="3">
                                            <p:txEl>
                                              <p:pRg st="3" end="3"/>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3">
                                            <p:txEl>
                                              <p:pRg st="4" end="4"/>
                                            </p:txEl>
                                          </p:spTgt>
                                        </p:tgtEl>
                                        <p:attrNameLst>
                                          <p:attrName>style.visibility</p:attrName>
                                        </p:attrNameLst>
                                      </p:cBhvr>
                                      <p:to>
                                        <p:strVal val="visible"/>
                                      </p:to>
                                    </p:set>
                                    <p:animEffect transition="in" filter="fade">
                                      <p:cBhvr>
                                        <p:cTn id="45" dur="500"/>
                                        <p:tgtEl>
                                          <p:spTgt spid="3">
                                            <p:txEl>
                                              <p:pRg st="4" end="4"/>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3">
                                            <p:txEl>
                                              <p:pRg st="5" end="5"/>
                                            </p:txEl>
                                          </p:spTgt>
                                        </p:tgtEl>
                                        <p:attrNameLst>
                                          <p:attrName>style.visibility</p:attrName>
                                        </p:attrNameLst>
                                      </p:cBhvr>
                                      <p:to>
                                        <p:strVal val="visible"/>
                                      </p:to>
                                    </p:set>
                                    <p:animEffect transition="in" filter="fade">
                                      <p:cBhvr>
                                        <p:cTn id="50" dur="500"/>
                                        <p:tgtEl>
                                          <p:spTgt spid="3">
                                            <p:txEl>
                                              <p:pRg st="5" end="5"/>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fade">
                                      <p:cBhvr>
                                        <p:cTn id="55" dur="500"/>
                                        <p:tgtEl>
                                          <p:spTgt spid="23"/>
                                        </p:tgtEl>
                                      </p:cBhvr>
                                    </p:animEffect>
                                  </p:childTnLst>
                                </p:cTn>
                              </p:par>
                              <p:par>
                                <p:cTn id="56" presetID="10" presetClass="entr" presetSubtype="0" fill="hold" nodeType="withEffect">
                                  <p:stCondLst>
                                    <p:cond delay="0"/>
                                  </p:stCondLst>
                                  <p:childTnLst>
                                    <p:set>
                                      <p:cBhvr>
                                        <p:cTn id="57" dur="1" fill="hold">
                                          <p:stCondLst>
                                            <p:cond delay="0"/>
                                          </p:stCondLst>
                                        </p:cTn>
                                        <p:tgtEl>
                                          <p:spTgt spid="33"/>
                                        </p:tgtEl>
                                        <p:attrNameLst>
                                          <p:attrName>style.visibility</p:attrName>
                                        </p:attrNameLst>
                                      </p:cBhvr>
                                      <p:to>
                                        <p:strVal val="visible"/>
                                      </p:to>
                                    </p:set>
                                    <p:animEffect transition="in" filter="fade">
                                      <p:cBhvr>
                                        <p:cTn id="58" dur="500"/>
                                        <p:tgtEl>
                                          <p:spTgt spid="33"/>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0"/>
                                        </p:tgtEl>
                                        <p:attrNameLst>
                                          <p:attrName>style.visibility</p:attrName>
                                        </p:attrNameLst>
                                      </p:cBhvr>
                                      <p:to>
                                        <p:strVal val="visible"/>
                                      </p:to>
                                    </p:set>
                                    <p:animEffect transition="in" filter="fade">
                                      <p:cBhvr>
                                        <p:cTn id="61" dur="500"/>
                                        <p:tgtEl>
                                          <p:spTgt spid="30"/>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1"/>
                                        </p:tgtEl>
                                        <p:attrNameLst>
                                          <p:attrName>style.visibility</p:attrName>
                                        </p:attrNameLst>
                                      </p:cBhvr>
                                      <p:to>
                                        <p:strVal val="visible"/>
                                      </p:to>
                                    </p:set>
                                    <p:animEffect transition="in" filter="fade">
                                      <p:cBhvr>
                                        <p:cTn id="64" dur="500"/>
                                        <p:tgtEl>
                                          <p:spTgt spid="31"/>
                                        </p:tgtEl>
                                      </p:cBhvr>
                                    </p:animEffect>
                                  </p:childTnLst>
                                </p:cTn>
                              </p:par>
                              <p:par>
                                <p:cTn id="65" presetID="10" presetClass="entr" presetSubtype="0" fill="hold" nodeType="withEffect">
                                  <p:stCondLst>
                                    <p:cond delay="0"/>
                                  </p:stCondLst>
                                  <p:childTnLst>
                                    <p:set>
                                      <p:cBhvr>
                                        <p:cTn id="66" dur="1" fill="hold">
                                          <p:stCondLst>
                                            <p:cond delay="0"/>
                                          </p:stCondLst>
                                        </p:cTn>
                                        <p:tgtEl>
                                          <p:spTgt spid="36"/>
                                        </p:tgtEl>
                                        <p:attrNameLst>
                                          <p:attrName>style.visibility</p:attrName>
                                        </p:attrNameLst>
                                      </p:cBhvr>
                                      <p:to>
                                        <p:strVal val="visible"/>
                                      </p:to>
                                    </p:set>
                                    <p:animEffect transition="in" filter="fade">
                                      <p:cBhvr>
                                        <p:cTn id="67" dur="500"/>
                                        <p:tgtEl>
                                          <p:spTgt spid="36"/>
                                        </p:tgtEl>
                                      </p:cBhvr>
                                    </p:animEffect>
                                  </p:childTnLst>
                                </p:cTn>
                              </p:par>
                              <p:par>
                                <p:cTn id="68" presetID="10" presetClass="entr" presetSubtype="0" fill="hold" nodeType="withEffect">
                                  <p:stCondLst>
                                    <p:cond delay="0"/>
                                  </p:stCondLst>
                                  <p:childTnLst>
                                    <p:set>
                                      <p:cBhvr>
                                        <p:cTn id="69" dur="1" fill="hold">
                                          <p:stCondLst>
                                            <p:cond delay="0"/>
                                          </p:stCondLst>
                                        </p:cTn>
                                        <p:tgtEl>
                                          <p:spTgt spid="39"/>
                                        </p:tgtEl>
                                        <p:attrNameLst>
                                          <p:attrName>style.visibility</p:attrName>
                                        </p:attrNameLst>
                                      </p:cBhvr>
                                      <p:to>
                                        <p:strVal val="visible"/>
                                      </p:to>
                                    </p:set>
                                    <p:animEffect transition="in" filter="fade">
                                      <p:cBhvr>
                                        <p:cTn id="70" dur="500"/>
                                        <p:tgtEl>
                                          <p:spTgt spid="39"/>
                                        </p:tgtEl>
                                      </p:cBhvr>
                                    </p:animEffect>
                                  </p:childTnLst>
                                </p:cTn>
                              </p:par>
                              <p:par>
                                <p:cTn id="71" presetID="10" presetClass="entr" presetSubtype="0" fill="hold" nodeType="withEffect">
                                  <p:stCondLst>
                                    <p:cond delay="0"/>
                                  </p:stCondLst>
                                  <p:childTnLst>
                                    <p:set>
                                      <p:cBhvr>
                                        <p:cTn id="72" dur="1" fill="hold">
                                          <p:stCondLst>
                                            <p:cond delay="0"/>
                                          </p:stCondLst>
                                        </p:cTn>
                                        <p:tgtEl>
                                          <p:spTgt spid="47"/>
                                        </p:tgtEl>
                                        <p:attrNameLst>
                                          <p:attrName>style.visibility</p:attrName>
                                        </p:attrNameLst>
                                      </p:cBhvr>
                                      <p:to>
                                        <p:strVal val="visible"/>
                                      </p:to>
                                    </p:set>
                                    <p:animEffect transition="in" filter="fade">
                                      <p:cBhvr>
                                        <p:cTn id="73" dur="500"/>
                                        <p:tgtEl>
                                          <p:spTgt spid="47"/>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2"/>
                                        </p:tgtEl>
                                        <p:attrNameLst>
                                          <p:attrName>style.visibility</p:attrName>
                                        </p:attrNameLst>
                                      </p:cBhvr>
                                      <p:to>
                                        <p:strVal val="visible"/>
                                      </p:to>
                                    </p:set>
                                    <p:animEffect transition="in" filter="fade">
                                      <p:cBhvr>
                                        <p:cTn id="76" dur="500"/>
                                        <p:tgtEl>
                                          <p:spTgt spid="32"/>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46"/>
                                        </p:tgtEl>
                                        <p:attrNameLst>
                                          <p:attrName>style.visibility</p:attrName>
                                        </p:attrNameLst>
                                      </p:cBhvr>
                                      <p:to>
                                        <p:strVal val="visible"/>
                                      </p:to>
                                    </p:set>
                                    <p:animEffect transition="in" filter="fade">
                                      <p:cBhvr>
                                        <p:cTn id="79" dur="500"/>
                                        <p:tgtEl>
                                          <p:spTgt spid="46"/>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00"/>
                                        <p:tgtEl>
                                          <p:spTgt spid="22"/>
                                        </p:tgtEl>
                                      </p:cBhvr>
                                    </p:animEffect>
                                  </p:childTnLst>
                                </p:cTn>
                              </p:par>
                              <p:par>
                                <p:cTn id="83" presetID="10" presetClass="entr" presetSubtype="0" fill="hold" nodeType="withEffect">
                                  <p:stCondLst>
                                    <p:cond delay="0"/>
                                  </p:stCondLst>
                                  <p:childTnLst>
                                    <p:set>
                                      <p:cBhvr>
                                        <p:cTn id="84" dur="1" fill="hold">
                                          <p:stCondLst>
                                            <p:cond delay="0"/>
                                          </p:stCondLst>
                                        </p:cTn>
                                        <p:tgtEl>
                                          <p:spTgt spid="27"/>
                                        </p:tgtEl>
                                        <p:attrNameLst>
                                          <p:attrName>style.visibility</p:attrName>
                                        </p:attrNameLst>
                                      </p:cBhvr>
                                      <p:to>
                                        <p:strVal val="visible"/>
                                      </p:to>
                                    </p:set>
                                    <p:animEffect transition="in" filter="fade">
                                      <p:cBhvr>
                                        <p:cTn id="85" dur="500"/>
                                        <p:tgtEl>
                                          <p:spTgt spid="27"/>
                                        </p:tgtEl>
                                      </p:cBhvr>
                                    </p:animEffect>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nodeType="clickEffect">
                                  <p:stCondLst>
                                    <p:cond delay="0"/>
                                  </p:stCondLst>
                                  <p:childTnLst>
                                    <p:set>
                                      <p:cBhvr>
                                        <p:cTn id="89" dur="1" fill="hold">
                                          <p:stCondLst>
                                            <p:cond delay="0"/>
                                          </p:stCondLst>
                                        </p:cTn>
                                        <p:tgtEl>
                                          <p:spTgt spid="3">
                                            <p:txEl>
                                              <p:pRg st="6" end="6"/>
                                            </p:txEl>
                                          </p:spTgt>
                                        </p:tgtEl>
                                        <p:attrNameLst>
                                          <p:attrName>style.visibility</p:attrName>
                                        </p:attrNameLst>
                                      </p:cBhvr>
                                      <p:to>
                                        <p:strVal val="visible"/>
                                      </p:to>
                                    </p:set>
                                    <p:animEffect transition="in" filter="fade">
                                      <p:cBhvr>
                                        <p:cTn id="90" dur="500"/>
                                        <p:tgtEl>
                                          <p:spTgt spid="3">
                                            <p:txEl>
                                              <p:pRg st="6" end="6"/>
                                            </p:txEl>
                                          </p:spTgt>
                                        </p:tgtEl>
                                      </p:cBhvr>
                                    </p:animEffect>
                                  </p:childTnLst>
                                </p:cTn>
                              </p:par>
                            </p:childTnLst>
                          </p:cTn>
                        </p:par>
                      </p:childTnLst>
                    </p:cTn>
                  </p:par>
                  <p:par>
                    <p:cTn id="91" fill="hold">
                      <p:stCondLst>
                        <p:cond delay="indefinite"/>
                      </p:stCondLst>
                      <p:childTnLst>
                        <p:par>
                          <p:cTn id="92" fill="hold">
                            <p:stCondLst>
                              <p:cond delay="0"/>
                            </p:stCondLst>
                            <p:childTnLst>
                              <p:par>
                                <p:cTn id="93" presetID="10" presetClass="entr" presetSubtype="0" fill="hold" nodeType="clickEffect">
                                  <p:stCondLst>
                                    <p:cond delay="0"/>
                                  </p:stCondLst>
                                  <p:childTnLst>
                                    <p:set>
                                      <p:cBhvr>
                                        <p:cTn id="94" dur="1" fill="hold">
                                          <p:stCondLst>
                                            <p:cond delay="0"/>
                                          </p:stCondLst>
                                        </p:cTn>
                                        <p:tgtEl>
                                          <p:spTgt spid="3">
                                            <p:txEl>
                                              <p:pRg st="7" end="7"/>
                                            </p:txEl>
                                          </p:spTgt>
                                        </p:tgtEl>
                                        <p:attrNameLst>
                                          <p:attrName>style.visibility</p:attrName>
                                        </p:attrNameLst>
                                      </p:cBhvr>
                                      <p:to>
                                        <p:strVal val="visible"/>
                                      </p:to>
                                    </p:set>
                                    <p:animEffect transition="in" filter="fade">
                                      <p:cBhvr>
                                        <p:cTn id="95"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6" grpId="0" animBg="1"/>
      <p:bldP spid="20" grpId="0" animBg="1"/>
      <p:bldP spid="22" grpId="0" animBg="1"/>
      <p:bldP spid="23" grpId="0" animBg="1"/>
      <p:bldP spid="30" grpId="0" animBg="1"/>
      <p:bldP spid="31" grpId="0" animBg="1"/>
      <p:bldP spid="32" grpId="0" animBg="1"/>
      <p:bldP spid="4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069DF7F-80CF-E42A-E344-23F0199BC7D0}"/>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CB2E78D4-FCEE-64EA-5C84-6F15898E9C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pic>
        <p:nvPicPr>
          <p:cNvPr id="5" name="Picture 4" descr="Cathedral ceiling in yellow sunlight design">
            <a:extLst>
              <a:ext uri="{FF2B5EF4-FFF2-40B4-BE49-F238E27FC236}">
                <a16:creationId xmlns:a16="http://schemas.microsoft.com/office/drawing/2014/main" id="{77AFF196-1695-57B0-B79A-BD73D58E80B8}"/>
              </a:ext>
            </a:extLst>
          </p:cNvPr>
          <p:cNvPicPr>
            <a:picLocks noChangeAspect="1"/>
          </p:cNvPicPr>
          <p:nvPr/>
        </p:nvPicPr>
        <p:blipFill>
          <a:blip r:embed="rId2"/>
          <a:srcRect t="13235" b="11766"/>
          <a:stretch>
            <a:fillRect/>
          </a:stretch>
        </p:blipFill>
        <p:spPr>
          <a:xfrm>
            <a:off x="20" y="-1"/>
            <a:ext cx="12191980" cy="6857990"/>
          </a:xfrm>
          <a:prstGeom prst="rect">
            <a:avLst/>
          </a:prstGeom>
        </p:spPr>
      </p:pic>
      <p:sp>
        <p:nvSpPr>
          <p:cNvPr id="11" name="Rectangle 10">
            <a:extLst>
              <a:ext uri="{FF2B5EF4-FFF2-40B4-BE49-F238E27FC236}">
                <a16:creationId xmlns:a16="http://schemas.microsoft.com/office/drawing/2014/main" id="{394FDD7F-547C-08F5-DAD6-1524A7B930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88306" y="0"/>
            <a:ext cx="4903694" cy="6858001"/>
          </a:xfrm>
          <a:prstGeom prst="rect">
            <a:avLst/>
          </a:prstGeom>
          <a:solidFill>
            <a:schemeClr val="bg1">
              <a:alpha val="2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7AD736A-4A1A-46BB-F6BD-DD5BB899E245}"/>
              </a:ext>
            </a:extLst>
          </p:cNvPr>
          <p:cNvSpPr>
            <a:spLocks noGrp="1"/>
          </p:cNvSpPr>
          <p:nvPr>
            <p:ph type="ctrTitle"/>
          </p:nvPr>
        </p:nvSpPr>
        <p:spPr>
          <a:xfrm>
            <a:off x="5334000" y="2139707"/>
            <a:ext cx="5163311" cy="754380"/>
          </a:xfrm>
        </p:spPr>
        <p:txBody>
          <a:bodyPr anchor="b">
            <a:normAutofit/>
          </a:bodyPr>
          <a:lstStyle/>
          <a:p>
            <a:pPr algn="l"/>
            <a:r>
              <a:rPr lang="en-US" sz="2800" dirty="0">
                <a:highlight>
                  <a:srgbClr val="000000"/>
                </a:highlight>
              </a:rPr>
              <a:t>Structural Design Patterns</a:t>
            </a:r>
          </a:p>
        </p:txBody>
      </p:sp>
      <p:sp>
        <p:nvSpPr>
          <p:cNvPr id="3" name="Subtitle 2">
            <a:extLst>
              <a:ext uri="{FF2B5EF4-FFF2-40B4-BE49-F238E27FC236}">
                <a16:creationId xmlns:a16="http://schemas.microsoft.com/office/drawing/2014/main" id="{7E140F19-576D-3E40-597F-9EA798823169}"/>
              </a:ext>
            </a:extLst>
          </p:cNvPr>
          <p:cNvSpPr>
            <a:spLocks noGrp="1"/>
          </p:cNvSpPr>
          <p:nvPr>
            <p:ph type="subTitle" idx="1"/>
          </p:nvPr>
        </p:nvSpPr>
        <p:spPr>
          <a:xfrm>
            <a:off x="5434585" y="3067812"/>
            <a:ext cx="3931920" cy="973836"/>
          </a:xfrm>
        </p:spPr>
        <p:txBody>
          <a:bodyPr anchor="t">
            <a:normAutofit/>
          </a:bodyPr>
          <a:lstStyle/>
          <a:p>
            <a:pPr algn="l"/>
            <a:r>
              <a:rPr lang="en-US" sz="2200" i="1" dirty="0">
                <a:highlight>
                  <a:srgbClr val="000000"/>
                </a:highlight>
              </a:rPr>
              <a:t>What are ways in which objects can be </a:t>
            </a:r>
            <a:r>
              <a:rPr lang="en-US" sz="2200" i="1" u="sng" dirty="0">
                <a:highlight>
                  <a:srgbClr val="000000"/>
                </a:highlight>
              </a:rPr>
              <a:t>related</a:t>
            </a:r>
            <a:r>
              <a:rPr lang="en-US" sz="2200" i="1" dirty="0">
                <a:highlight>
                  <a:srgbClr val="000000"/>
                </a:highlight>
              </a:rPr>
              <a:t>?</a:t>
            </a:r>
          </a:p>
        </p:txBody>
      </p:sp>
    </p:spTree>
    <p:extLst>
      <p:ext uri="{BB962C8B-B14F-4D97-AF65-F5344CB8AC3E}">
        <p14:creationId xmlns:p14="http://schemas.microsoft.com/office/powerpoint/2010/main" val="2370691523"/>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61875-6852-6970-F9B2-D5EC4D1A1F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FDBCFF-567E-386E-2BCB-D85A5463A88C}"/>
              </a:ext>
            </a:extLst>
          </p:cNvPr>
          <p:cNvSpPr>
            <a:spLocks noGrp="1"/>
          </p:cNvSpPr>
          <p:nvPr>
            <p:ph type="title"/>
          </p:nvPr>
        </p:nvSpPr>
        <p:spPr>
          <a:xfrm>
            <a:off x="1" y="27432"/>
            <a:ext cx="10653578" cy="1132258"/>
          </a:xfrm>
        </p:spPr>
        <p:txBody>
          <a:bodyPr/>
          <a:lstStyle/>
          <a:p>
            <a:r>
              <a:rPr lang="en-US" dirty="0"/>
              <a:t>Composite Pattern</a:t>
            </a:r>
          </a:p>
        </p:txBody>
      </p:sp>
      <p:sp>
        <p:nvSpPr>
          <p:cNvPr id="3" name="Content Placeholder 2">
            <a:extLst>
              <a:ext uri="{FF2B5EF4-FFF2-40B4-BE49-F238E27FC236}">
                <a16:creationId xmlns:a16="http://schemas.microsoft.com/office/drawing/2014/main" id="{916C8E84-264C-9573-506D-0CDA4CAA2CDB}"/>
              </a:ext>
            </a:extLst>
          </p:cNvPr>
          <p:cNvSpPr>
            <a:spLocks noGrp="1"/>
          </p:cNvSpPr>
          <p:nvPr>
            <p:ph idx="1"/>
          </p:nvPr>
        </p:nvSpPr>
        <p:spPr>
          <a:xfrm>
            <a:off x="0" y="548640"/>
            <a:ext cx="10653579" cy="4593828"/>
          </a:xfrm>
        </p:spPr>
        <p:txBody>
          <a:bodyPr>
            <a:normAutofit/>
          </a:bodyPr>
          <a:lstStyle/>
          <a:p>
            <a:r>
              <a:rPr lang="en-US" sz="1400" dirty="0">
                <a:highlight>
                  <a:srgbClr val="FFFF00"/>
                </a:highlight>
              </a:rPr>
              <a:t>Collections of individual objects get represented with a “tree” structure</a:t>
            </a:r>
          </a:p>
          <a:p>
            <a:r>
              <a:rPr lang="en-US" sz="1400" dirty="0"/>
              <a:t>Application for determining the total price of an Amazon package</a:t>
            </a:r>
          </a:p>
          <a:p>
            <a:pPr lvl="1"/>
            <a:r>
              <a:rPr lang="en-US" sz="1400" dirty="0"/>
              <a:t>A package could contain multiple boxes</a:t>
            </a:r>
          </a:p>
          <a:p>
            <a:pPr lvl="2"/>
            <a:r>
              <a:rPr lang="en-US" sz="1200" dirty="0"/>
              <a:t>Boxes can contain the actual items delivered, or contain smaller boxes which may then have items in them</a:t>
            </a:r>
          </a:p>
          <a:p>
            <a:pPr lvl="1"/>
            <a:r>
              <a:rPr lang="en-US" sz="1400" dirty="0"/>
              <a:t>Representative of a “tree” structure</a:t>
            </a:r>
          </a:p>
          <a:p>
            <a:pPr lvl="2"/>
            <a:r>
              <a:rPr lang="en-US" sz="1200" dirty="0"/>
              <a:t>The entire package is the </a:t>
            </a:r>
            <a:r>
              <a:rPr lang="en-US" sz="1200" u="sng" dirty="0"/>
              <a:t>Root Node</a:t>
            </a:r>
          </a:p>
          <a:p>
            <a:pPr lvl="2"/>
            <a:r>
              <a:rPr lang="en-US" sz="1200" dirty="0"/>
              <a:t>The boxes are the other </a:t>
            </a:r>
            <a:r>
              <a:rPr lang="en-US" sz="1200" u="sng" dirty="0"/>
              <a:t>Nodes</a:t>
            </a:r>
            <a:endParaRPr lang="en-US" sz="1200" dirty="0"/>
          </a:p>
          <a:p>
            <a:pPr lvl="2"/>
            <a:endParaRPr lang="en-US" sz="1200" dirty="0"/>
          </a:p>
        </p:txBody>
      </p:sp>
      <p:cxnSp>
        <p:nvCxnSpPr>
          <p:cNvPr id="6" name="Straight Arrow Connector 5">
            <a:extLst>
              <a:ext uri="{FF2B5EF4-FFF2-40B4-BE49-F238E27FC236}">
                <a16:creationId xmlns:a16="http://schemas.microsoft.com/office/drawing/2014/main" id="{9D36BA12-26E7-D02A-012C-DE6139BFB89D}"/>
              </a:ext>
            </a:extLst>
          </p:cNvPr>
          <p:cNvCxnSpPr>
            <a:cxnSpLocks/>
          </p:cNvCxnSpPr>
          <p:nvPr/>
        </p:nvCxnSpPr>
        <p:spPr>
          <a:xfrm flipV="1">
            <a:off x="8604504" y="4277733"/>
            <a:ext cx="585216" cy="1014984"/>
          </a:xfrm>
          <a:prstGeom prst="straightConnector1">
            <a:avLst/>
          </a:prstGeom>
          <a:ln w="2857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EF3A8C1A-CBEF-9440-D944-3B1A68236E38}"/>
              </a:ext>
            </a:extLst>
          </p:cNvPr>
          <p:cNvSpPr/>
          <p:nvPr/>
        </p:nvSpPr>
        <p:spPr>
          <a:xfrm>
            <a:off x="8315516" y="3220556"/>
            <a:ext cx="3412236" cy="9144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a:solidFill>
                  <a:schemeClr val="tx1"/>
                </a:solidFill>
              </a:rPr>
              <a:t>Item</a:t>
            </a:r>
            <a:r>
              <a:rPr lang="en-US" dirty="0">
                <a:solidFill>
                  <a:schemeClr val="tx1"/>
                </a:solidFill>
              </a:rPr>
              <a:t> (interface)</a:t>
            </a:r>
          </a:p>
          <a:p>
            <a:pPr algn="ctr"/>
            <a:r>
              <a:rPr lang="en-US" dirty="0" err="1">
                <a:solidFill>
                  <a:schemeClr val="tx1"/>
                </a:solidFill>
              </a:rPr>
              <a:t>getPrice</a:t>
            </a:r>
            <a:r>
              <a:rPr lang="en-US" dirty="0">
                <a:solidFill>
                  <a:schemeClr val="tx1"/>
                </a:solidFill>
              </a:rPr>
              <a:t>():</a:t>
            </a:r>
          </a:p>
        </p:txBody>
      </p:sp>
      <p:sp>
        <p:nvSpPr>
          <p:cNvPr id="10" name="Rectangle 9">
            <a:extLst>
              <a:ext uri="{FF2B5EF4-FFF2-40B4-BE49-F238E27FC236}">
                <a16:creationId xmlns:a16="http://schemas.microsoft.com/office/drawing/2014/main" id="{C9C18C5E-71CD-A1BE-15BF-8E524355CA51}"/>
              </a:ext>
            </a:extLst>
          </p:cNvPr>
          <p:cNvSpPr/>
          <p:nvPr/>
        </p:nvSpPr>
        <p:spPr>
          <a:xfrm>
            <a:off x="7467600" y="5435494"/>
            <a:ext cx="2273808" cy="954024"/>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a:solidFill>
                  <a:schemeClr val="tx1"/>
                </a:solidFill>
              </a:rPr>
              <a:t>Box</a:t>
            </a:r>
            <a:endParaRPr lang="en-US" dirty="0">
              <a:solidFill>
                <a:schemeClr val="tx1"/>
              </a:solidFill>
            </a:endParaRPr>
          </a:p>
          <a:p>
            <a:pPr algn="ctr"/>
            <a:r>
              <a:rPr lang="en-US" dirty="0" err="1">
                <a:solidFill>
                  <a:schemeClr val="tx1"/>
                </a:solidFill>
              </a:rPr>
              <a:t>getPrice</a:t>
            </a:r>
            <a:r>
              <a:rPr lang="en-US" dirty="0">
                <a:solidFill>
                  <a:schemeClr val="tx1"/>
                </a:solidFill>
              </a:rPr>
              <a:t>():</a:t>
            </a:r>
          </a:p>
        </p:txBody>
      </p:sp>
      <p:sp>
        <p:nvSpPr>
          <p:cNvPr id="11" name="Rectangle 10">
            <a:extLst>
              <a:ext uri="{FF2B5EF4-FFF2-40B4-BE49-F238E27FC236}">
                <a16:creationId xmlns:a16="http://schemas.microsoft.com/office/drawing/2014/main" id="{835B4A81-DC44-897C-D97F-2E3CC0B28919}"/>
              </a:ext>
            </a:extLst>
          </p:cNvPr>
          <p:cNvSpPr/>
          <p:nvPr/>
        </p:nvSpPr>
        <p:spPr>
          <a:xfrm>
            <a:off x="9983724" y="5312148"/>
            <a:ext cx="2087880" cy="954024"/>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a:solidFill>
                  <a:schemeClr val="tx1"/>
                </a:solidFill>
              </a:rPr>
              <a:t>Product</a:t>
            </a:r>
            <a:endParaRPr lang="en-US" dirty="0">
              <a:solidFill>
                <a:schemeClr val="tx1"/>
              </a:solidFill>
            </a:endParaRPr>
          </a:p>
          <a:p>
            <a:pPr algn="ctr"/>
            <a:r>
              <a:rPr lang="en-US" dirty="0" err="1">
                <a:solidFill>
                  <a:schemeClr val="tx1"/>
                </a:solidFill>
              </a:rPr>
              <a:t>getPrice</a:t>
            </a:r>
            <a:r>
              <a:rPr lang="en-US" dirty="0">
                <a:solidFill>
                  <a:schemeClr val="tx1"/>
                </a:solidFill>
              </a:rPr>
              <a:t>():</a:t>
            </a:r>
          </a:p>
        </p:txBody>
      </p:sp>
      <p:cxnSp>
        <p:nvCxnSpPr>
          <p:cNvPr id="13" name="Straight Arrow Connector 12">
            <a:extLst>
              <a:ext uri="{FF2B5EF4-FFF2-40B4-BE49-F238E27FC236}">
                <a16:creationId xmlns:a16="http://schemas.microsoft.com/office/drawing/2014/main" id="{5CBFE22F-904D-D7BE-3838-262E6CA9451F}"/>
              </a:ext>
            </a:extLst>
          </p:cNvPr>
          <p:cNvCxnSpPr>
            <a:cxnSpLocks/>
          </p:cNvCxnSpPr>
          <p:nvPr/>
        </p:nvCxnSpPr>
        <p:spPr>
          <a:xfrm flipH="1" flipV="1">
            <a:off x="10424160" y="4284062"/>
            <a:ext cx="603504" cy="908108"/>
          </a:xfrm>
          <a:prstGeom prst="straightConnector1">
            <a:avLst/>
          </a:prstGeom>
          <a:ln w="2857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 name="Straight Arrow Connector 3">
            <a:extLst>
              <a:ext uri="{FF2B5EF4-FFF2-40B4-BE49-F238E27FC236}">
                <a16:creationId xmlns:a16="http://schemas.microsoft.com/office/drawing/2014/main" id="{93D36B17-62F0-2050-F77D-451E9F0E9012}"/>
              </a:ext>
            </a:extLst>
          </p:cNvPr>
          <p:cNvCxnSpPr>
            <a:cxnSpLocks/>
          </p:cNvCxnSpPr>
          <p:nvPr/>
        </p:nvCxnSpPr>
        <p:spPr>
          <a:xfrm flipV="1">
            <a:off x="7952053" y="4307088"/>
            <a:ext cx="556732" cy="949317"/>
          </a:xfrm>
          <a:prstGeom prst="straightConnector1">
            <a:avLst/>
          </a:prstGeom>
          <a:ln w="2857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48992F2D-147B-78F2-A797-0F710DD99B22}"/>
              </a:ext>
            </a:extLst>
          </p:cNvPr>
          <p:cNvSpPr/>
          <p:nvPr/>
        </p:nvSpPr>
        <p:spPr>
          <a:xfrm>
            <a:off x="2635383" y="5654673"/>
            <a:ext cx="875892" cy="572674"/>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B5094CB9-85E1-2DE7-7DEA-403CA3E71F4D}"/>
              </a:ext>
            </a:extLst>
          </p:cNvPr>
          <p:cNvSpPr txBox="1"/>
          <p:nvPr/>
        </p:nvSpPr>
        <p:spPr>
          <a:xfrm>
            <a:off x="2378102" y="3188593"/>
            <a:ext cx="1038253" cy="338554"/>
          </a:xfrm>
          <a:prstGeom prst="rect">
            <a:avLst/>
          </a:prstGeom>
          <a:noFill/>
        </p:spPr>
        <p:txBody>
          <a:bodyPr wrap="square" rtlCol="0">
            <a:spAutoFit/>
          </a:bodyPr>
          <a:lstStyle/>
          <a:p>
            <a:r>
              <a:rPr lang="en-US" sz="1600" dirty="0"/>
              <a:t>Package</a:t>
            </a:r>
          </a:p>
        </p:txBody>
      </p:sp>
      <p:cxnSp>
        <p:nvCxnSpPr>
          <p:cNvPr id="28" name="Straight Arrow Connector 27">
            <a:extLst>
              <a:ext uri="{FF2B5EF4-FFF2-40B4-BE49-F238E27FC236}">
                <a16:creationId xmlns:a16="http://schemas.microsoft.com/office/drawing/2014/main" id="{165D7B7D-7B0F-5EC0-F37E-ED21E0A47A7B}"/>
              </a:ext>
            </a:extLst>
          </p:cNvPr>
          <p:cNvCxnSpPr>
            <a:cxnSpLocks/>
          </p:cNvCxnSpPr>
          <p:nvPr/>
        </p:nvCxnSpPr>
        <p:spPr>
          <a:xfrm flipH="1">
            <a:off x="1929373" y="3801279"/>
            <a:ext cx="474490" cy="455009"/>
          </a:xfrm>
          <a:prstGeom prst="straightConnector1">
            <a:avLst/>
          </a:prstGeom>
          <a:ln w="2857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31" name="Oval 30">
            <a:extLst>
              <a:ext uri="{FF2B5EF4-FFF2-40B4-BE49-F238E27FC236}">
                <a16:creationId xmlns:a16="http://schemas.microsoft.com/office/drawing/2014/main" id="{23326AC4-FD79-0570-F252-A567B8F3EFCA}"/>
              </a:ext>
            </a:extLst>
          </p:cNvPr>
          <p:cNvSpPr/>
          <p:nvPr/>
        </p:nvSpPr>
        <p:spPr>
          <a:xfrm>
            <a:off x="2246375" y="2982812"/>
            <a:ext cx="1252728" cy="733388"/>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B86E85ED-9035-60B1-47F5-8C2C81A51ED6}"/>
              </a:ext>
            </a:extLst>
          </p:cNvPr>
          <p:cNvSpPr txBox="1"/>
          <p:nvPr/>
        </p:nvSpPr>
        <p:spPr>
          <a:xfrm>
            <a:off x="1647491" y="4522553"/>
            <a:ext cx="1038253" cy="338554"/>
          </a:xfrm>
          <a:prstGeom prst="rect">
            <a:avLst/>
          </a:prstGeom>
          <a:noFill/>
        </p:spPr>
        <p:txBody>
          <a:bodyPr wrap="square" rtlCol="0">
            <a:spAutoFit/>
          </a:bodyPr>
          <a:lstStyle/>
          <a:p>
            <a:r>
              <a:rPr lang="en-US" sz="1600" dirty="0"/>
              <a:t>Box</a:t>
            </a:r>
          </a:p>
        </p:txBody>
      </p:sp>
      <p:cxnSp>
        <p:nvCxnSpPr>
          <p:cNvPr id="34" name="Straight Arrow Connector 33">
            <a:extLst>
              <a:ext uri="{FF2B5EF4-FFF2-40B4-BE49-F238E27FC236}">
                <a16:creationId xmlns:a16="http://schemas.microsoft.com/office/drawing/2014/main" id="{4AD90BB6-15C5-D342-DE28-C280FE82D256}"/>
              </a:ext>
            </a:extLst>
          </p:cNvPr>
          <p:cNvCxnSpPr>
            <a:cxnSpLocks/>
          </p:cNvCxnSpPr>
          <p:nvPr/>
        </p:nvCxnSpPr>
        <p:spPr>
          <a:xfrm flipH="1">
            <a:off x="1083089" y="5114065"/>
            <a:ext cx="395421" cy="316243"/>
          </a:xfrm>
          <a:prstGeom prst="straightConnector1">
            <a:avLst/>
          </a:prstGeom>
          <a:ln w="2857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38" name="Oval 37">
            <a:extLst>
              <a:ext uri="{FF2B5EF4-FFF2-40B4-BE49-F238E27FC236}">
                <a16:creationId xmlns:a16="http://schemas.microsoft.com/office/drawing/2014/main" id="{E4129224-8D33-BD89-5953-D8EBC9279D29}"/>
              </a:ext>
            </a:extLst>
          </p:cNvPr>
          <p:cNvSpPr/>
          <p:nvPr/>
        </p:nvSpPr>
        <p:spPr>
          <a:xfrm>
            <a:off x="349385" y="5557055"/>
            <a:ext cx="1329440" cy="670292"/>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TextBox 40">
            <a:extLst>
              <a:ext uri="{FF2B5EF4-FFF2-40B4-BE49-F238E27FC236}">
                <a16:creationId xmlns:a16="http://schemas.microsoft.com/office/drawing/2014/main" id="{BBEE47F7-9DF8-83CC-0CB0-323D932B9F98}"/>
              </a:ext>
            </a:extLst>
          </p:cNvPr>
          <p:cNvSpPr txBox="1"/>
          <p:nvPr/>
        </p:nvSpPr>
        <p:spPr>
          <a:xfrm>
            <a:off x="563962" y="5722108"/>
            <a:ext cx="1038253" cy="338554"/>
          </a:xfrm>
          <a:prstGeom prst="rect">
            <a:avLst/>
          </a:prstGeom>
          <a:noFill/>
        </p:spPr>
        <p:txBody>
          <a:bodyPr wrap="square" rtlCol="0">
            <a:spAutoFit/>
          </a:bodyPr>
          <a:lstStyle/>
          <a:p>
            <a:r>
              <a:rPr lang="en-US" sz="1600" dirty="0"/>
              <a:t>Laptop</a:t>
            </a:r>
          </a:p>
        </p:txBody>
      </p:sp>
      <p:cxnSp>
        <p:nvCxnSpPr>
          <p:cNvPr id="42" name="Straight Arrow Connector 41">
            <a:extLst>
              <a:ext uri="{FF2B5EF4-FFF2-40B4-BE49-F238E27FC236}">
                <a16:creationId xmlns:a16="http://schemas.microsoft.com/office/drawing/2014/main" id="{97710C06-2F76-EA72-E983-39E090F55E94}"/>
              </a:ext>
            </a:extLst>
          </p:cNvPr>
          <p:cNvCxnSpPr>
            <a:cxnSpLocks/>
          </p:cNvCxnSpPr>
          <p:nvPr/>
        </p:nvCxnSpPr>
        <p:spPr>
          <a:xfrm>
            <a:off x="3393232" y="3800504"/>
            <a:ext cx="388530" cy="495701"/>
          </a:xfrm>
          <a:prstGeom prst="straightConnector1">
            <a:avLst/>
          </a:prstGeom>
          <a:ln w="2857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46" name="Oval 45">
            <a:extLst>
              <a:ext uri="{FF2B5EF4-FFF2-40B4-BE49-F238E27FC236}">
                <a16:creationId xmlns:a16="http://schemas.microsoft.com/office/drawing/2014/main" id="{DACAF7C6-B35A-1CF0-9451-314B067DBF1A}"/>
              </a:ext>
            </a:extLst>
          </p:cNvPr>
          <p:cNvSpPr/>
          <p:nvPr/>
        </p:nvSpPr>
        <p:spPr>
          <a:xfrm>
            <a:off x="3234790" y="4414403"/>
            <a:ext cx="1252728" cy="733388"/>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D9D12078-73D9-D9BE-19F3-B06FBCB2C6AE}"/>
              </a:ext>
            </a:extLst>
          </p:cNvPr>
          <p:cNvSpPr txBox="1"/>
          <p:nvPr/>
        </p:nvSpPr>
        <p:spPr>
          <a:xfrm>
            <a:off x="3587497" y="4620535"/>
            <a:ext cx="1038253" cy="338554"/>
          </a:xfrm>
          <a:prstGeom prst="rect">
            <a:avLst/>
          </a:prstGeom>
          <a:noFill/>
        </p:spPr>
        <p:txBody>
          <a:bodyPr wrap="square" rtlCol="0">
            <a:spAutoFit/>
          </a:bodyPr>
          <a:lstStyle/>
          <a:p>
            <a:r>
              <a:rPr lang="en-US" sz="1600" dirty="0"/>
              <a:t>Box</a:t>
            </a:r>
          </a:p>
        </p:txBody>
      </p:sp>
      <p:cxnSp>
        <p:nvCxnSpPr>
          <p:cNvPr id="49" name="Straight Arrow Connector 48">
            <a:extLst>
              <a:ext uri="{FF2B5EF4-FFF2-40B4-BE49-F238E27FC236}">
                <a16:creationId xmlns:a16="http://schemas.microsoft.com/office/drawing/2014/main" id="{564328C6-B214-F999-09BA-32B12493CC19}"/>
              </a:ext>
            </a:extLst>
          </p:cNvPr>
          <p:cNvCxnSpPr>
            <a:cxnSpLocks/>
          </p:cNvCxnSpPr>
          <p:nvPr/>
        </p:nvCxnSpPr>
        <p:spPr>
          <a:xfrm flipH="1">
            <a:off x="3054098" y="5186096"/>
            <a:ext cx="437475" cy="370959"/>
          </a:xfrm>
          <a:prstGeom prst="straightConnector1">
            <a:avLst/>
          </a:prstGeom>
          <a:ln w="2857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52" name="Oval 51">
            <a:extLst>
              <a:ext uri="{FF2B5EF4-FFF2-40B4-BE49-F238E27FC236}">
                <a16:creationId xmlns:a16="http://schemas.microsoft.com/office/drawing/2014/main" id="{9B38A8C6-D94A-DCB7-5231-29590AE83158}"/>
              </a:ext>
            </a:extLst>
          </p:cNvPr>
          <p:cNvSpPr/>
          <p:nvPr/>
        </p:nvSpPr>
        <p:spPr>
          <a:xfrm>
            <a:off x="1357409" y="4352460"/>
            <a:ext cx="1252728" cy="733388"/>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TextBox 53">
            <a:extLst>
              <a:ext uri="{FF2B5EF4-FFF2-40B4-BE49-F238E27FC236}">
                <a16:creationId xmlns:a16="http://schemas.microsoft.com/office/drawing/2014/main" id="{DF822E8C-5BB3-2540-C57D-600746462A40}"/>
              </a:ext>
            </a:extLst>
          </p:cNvPr>
          <p:cNvSpPr txBox="1"/>
          <p:nvPr/>
        </p:nvSpPr>
        <p:spPr>
          <a:xfrm>
            <a:off x="2753708" y="5765409"/>
            <a:ext cx="1038253" cy="338554"/>
          </a:xfrm>
          <a:prstGeom prst="rect">
            <a:avLst/>
          </a:prstGeom>
          <a:noFill/>
        </p:spPr>
        <p:txBody>
          <a:bodyPr wrap="square" rtlCol="0">
            <a:spAutoFit/>
          </a:bodyPr>
          <a:lstStyle/>
          <a:p>
            <a:r>
              <a:rPr lang="en-US" sz="1600" dirty="0"/>
              <a:t>Box</a:t>
            </a:r>
          </a:p>
        </p:txBody>
      </p:sp>
      <p:cxnSp>
        <p:nvCxnSpPr>
          <p:cNvPr id="55" name="Straight Arrow Connector 54">
            <a:extLst>
              <a:ext uri="{FF2B5EF4-FFF2-40B4-BE49-F238E27FC236}">
                <a16:creationId xmlns:a16="http://schemas.microsoft.com/office/drawing/2014/main" id="{1A392690-BAC4-B42C-575B-5CDD26A1ABE7}"/>
              </a:ext>
            </a:extLst>
          </p:cNvPr>
          <p:cNvCxnSpPr>
            <a:cxnSpLocks/>
          </p:cNvCxnSpPr>
          <p:nvPr/>
        </p:nvCxnSpPr>
        <p:spPr>
          <a:xfrm flipH="1">
            <a:off x="2514600" y="6268955"/>
            <a:ext cx="373467" cy="223285"/>
          </a:xfrm>
          <a:prstGeom prst="straightConnector1">
            <a:avLst/>
          </a:prstGeom>
          <a:ln w="2857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58" name="Oval 57">
            <a:extLst>
              <a:ext uri="{FF2B5EF4-FFF2-40B4-BE49-F238E27FC236}">
                <a16:creationId xmlns:a16="http://schemas.microsoft.com/office/drawing/2014/main" id="{4C990E7F-6EC7-3976-4F31-C80C5448270E}"/>
              </a:ext>
            </a:extLst>
          </p:cNvPr>
          <p:cNvSpPr/>
          <p:nvPr/>
        </p:nvSpPr>
        <p:spPr>
          <a:xfrm>
            <a:off x="1574700" y="6266171"/>
            <a:ext cx="875892" cy="529627"/>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extBox 59">
            <a:extLst>
              <a:ext uri="{FF2B5EF4-FFF2-40B4-BE49-F238E27FC236}">
                <a16:creationId xmlns:a16="http://schemas.microsoft.com/office/drawing/2014/main" id="{1BC5F35D-8E69-72B0-A9D5-EF8F770DAC0D}"/>
              </a:ext>
            </a:extLst>
          </p:cNvPr>
          <p:cNvSpPr txBox="1"/>
          <p:nvPr/>
        </p:nvSpPr>
        <p:spPr>
          <a:xfrm>
            <a:off x="1597130" y="6352284"/>
            <a:ext cx="1038253" cy="338554"/>
          </a:xfrm>
          <a:prstGeom prst="rect">
            <a:avLst/>
          </a:prstGeom>
          <a:noFill/>
        </p:spPr>
        <p:txBody>
          <a:bodyPr wrap="square" rtlCol="0">
            <a:spAutoFit/>
          </a:bodyPr>
          <a:lstStyle/>
          <a:p>
            <a:r>
              <a:rPr lang="en-US" sz="1600" dirty="0"/>
              <a:t>Mouse</a:t>
            </a:r>
          </a:p>
        </p:txBody>
      </p:sp>
      <p:cxnSp>
        <p:nvCxnSpPr>
          <p:cNvPr id="61" name="Straight Arrow Connector 60">
            <a:extLst>
              <a:ext uri="{FF2B5EF4-FFF2-40B4-BE49-F238E27FC236}">
                <a16:creationId xmlns:a16="http://schemas.microsoft.com/office/drawing/2014/main" id="{9038102C-C1BD-7C9E-219E-13E55FBAFBC4}"/>
              </a:ext>
            </a:extLst>
          </p:cNvPr>
          <p:cNvCxnSpPr>
            <a:cxnSpLocks/>
          </p:cNvCxnSpPr>
          <p:nvPr/>
        </p:nvCxnSpPr>
        <p:spPr>
          <a:xfrm>
            <a:off x="4291721" y="5162711"/>
            <a:ext cx="248475" cy="415256"/>
          </a:xfrm>
          <a:prstGeom prst="straightConnector1">
            <a:avLst/>
          </a:prstGeom>
          <a:ln w="2857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65" name="Oval 64">
            <a:extLst>
              <a:ext uri="{FF2B5EF4-FFF2-40B4-BE49-F238E27FC236}">
                <a16:creationId xmlns:a16="http://schemas.microsoft.com/office/drawing/2014/main" id="{55B65A2C-BB9B-CE44-C56D-F9A05EEBED12}"/>
              </a:ext>
            </a:extLst>
          </p:cNvPr>
          <p:cNvSpPr/>
          <p:nvPr/>
        </p:nvSpPr>
        <p:spPr>
          <a:xfrm>
            <a:off x="4187804" y="5662458"/>
            <a:ext cx="875892" cy="572674"/>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TextBox 66">
            <a:extLst>
              <a:ext uri="{FF2B5EF4-FFF2-40B4-BE49-F238E27FC236}">
                <a16:creationId xmlns:a16="http://schemas.microsoft.com/office/drawing/2014/main" id="{AF244560-0706-1FD3-A341-C5523EB446E0}"/>
              </a:ext>
            </a:extLst>
          </p:cNvPr>
          <p:cNvSpPr txBox="1"/>
          <p:nvPr/>
        </p:nvSpPr>
        <p:spPr>
          <a:xfrm>
            <a:off x="4296962" y="5789390"/>
            <a:ext cx="1038253" cy="338554"/>
          </a:xfrm>
          <a:prstGeom prst="rect">
            <a:avLst/>
          </a:prstGeom>
          <a:noFill/>
        </p:spPr>
        <p:txBody>
          <a:bodyPr wrap="square" rtlCol="0">
            <a:spAutoFit/>
          </a:bodyPr>
          <a:lstStyle/>
          <a:p>
            <a:r>
              <a:rPr lang="en-US" sz="1600" dirty="0"/>
              <a:t>Box</a:t>
            </a:r>
          </a:p>
        </p:txBody>
      </p:sp>
      <p:cxnSp>
        <p:nvCxnSpPr>
          <p:cNvPr id="68" name="Straight Arrow Connector 67">
            <a:extLst>
              <a:ext uri="{FF2B5EF4-FFF2-40B4-BE49-F238E27FC236}">
                <a16:creationId xmlns:a16="http://schemas.microsoft.com/office/drawing/2014/main" id="{5DF19BCE-FA72-82B5-8328-0EF5B99F5C2C}"/>
              </a:ext>
            </a:extLst>
          </p:cNvPr>
          <p:cNvCxnSpPr>
            <a:cxnSpLocks/>
          </p:cNvCxnSpPr>
          <p:nvPr/>
        </p:nvCxnSpPr>
        <p:spPr>
          <a:xfrm>
            <a:off x="4699596" y="6319623"/>
            <a:ext cx="430188" cy="211361"/>
          </a:xfrm>
          <a:prstGeom prst="straightConnector1">
            <a:avLst/>
          </a:prstGeom>
          <a:ln w="2857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72" name="Oval 71">
            <a:extLst>
              <a:ext uri="{FF2B5EF4-FFF2-40B4-BE49-F238E27FC236}">
                <a16:creationId xmlns:a16="http://schemas.microsoft.com/office/drawing/2014/main" id="{E71937C1-BCF1-F481-B7C5-FEC55858CA54}"/>
              </a:ext>
            </a:extLst>
          </p:cNvPr>
          <p:cNvSpPr/>
          <p:nvPr/>
        </p:nvSpPr>
        <p:spPr>
          <a:xfrm>
            <a:off x="5266490" y="6270235"/>
            <a:ext cx="875892" cy="529627"/>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TextBox 73">
            <a:extLst>
              <a:ext uri="{FF2B5EF4-FFF2-40B4-BE49-F238E27FC236}">
                <a16:creationId xmlns:a16="http://schemas.microsoft.com/office/drawing/2014/main" id="{89EE78DF-DF8A-CD35-5E5F-CF6DBC7384E6}"/>
              </a:ext>
            </a:extLst>
          </p:cNvPr>
          <p:cNvSpPr txBox="1"/>
          <p:nvPr/>
        </p:nvSpPr>
        <p:spPr>
          <a:xfrm>
            <a:off x="5247612" y="6389518"/>
            <a:ext cx="1038253" cy="276999"/>
          </a:xfrm>
          <a:prstGeom prst="rect">
            <a:avLst/>
          </a:prstGeom>
          <a:noFill/>
        </p:spPr>
        <p:txBody>
          <a:bodyPr wrap="square" rtlCol="0">
            <a:spAutoFit/>
          </a:bodyPr>
          <a:lstStyle/>
          <a:p>
            <a:r>
              <a:rPr lang="en-US" sz="1200" dirty="0"/>
              <a:t>Keyboard</a:t>
            </a:r>
          </a:p>
        </p:txBody>
      </p:sp>
    </p:spTree>
    <p:extLst>
      <p:ext uri="{BB962C8B-B14F-4D97-AF65-F5344CB8AC3E}">
        <p14:creationId xmlns:p14="http://schemas.microsoft.com/office/powerpoint/2010/main" val="1060743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500"/>
                                        <p:tgtEl>
                                          <p:spTgt spid="3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7"/>
                                        </p:tgtEl>
                                        <p:attrNameLst>
                                          <p:attrName>style.visibility</p:attrName>
                                        </p:attrNameLst>
                                      </p:cBhvr>
                                      <p:to>
                                        <p:strVal val="visible"/>
                                      </p:to>
                                    </p:set>
                                    <p:animEffect transition="in" filter="fade">
                                      <p:cBhvr>
                                        <p:cTn id="30" dur="500"/>
                                        <p:tgtEl>
                                          <p:spTgt spid="27"/>
                                        </p:tgtEl>
                                      </p:cBhvr>
                                    </p:animEffect>
                                  </p:childTnLst>
                                </p:cTn>
                              </p:par>
                              <p:par>
                                <p:cTn id="31" presetID="10" presetClass="entr" presetSubtype="0" fill="hold" nodeType="withEffect">
                                  <p:stCondLst>
                                    <p:cond delay="0"/>
                                  </p:stCondLst>
                                  <p:childTnLst>
                                    <p:set>
                                      <p:cBhvr>
                                        <p:cTn id="32" dur="1" fill="hold">
                                          <p:stCondLst>
                                            <p:cond delay="0"/>
                                          </p:stCondLst>
                                        </p:cTn>
                                        <p:tgtEl>
                                          <p:spTgt spid="28"/>
                                        </p:tgtEl>
                                        <p:attrNameLst>
                                          <p:attrName>style.visibility</p:attrName>
                                        </p:attrNameLst>
                                      </p:cBhvr>
                                      <p:to>
                                        <p:strVal val="visible"/>
                                      </p:to>
                                    </p:set>
                                    <p:animEffect transition="in" filter="fade">
                                      <p:cBhvr>
                                        <p:cTn id="33" dur="500"/>
                                        <p:tgtEl>
                                          <p:spTgt spid="28"/>
                                        </p:tgtEl>
                                      </p:cBhvr>
                                    </p:animEffect>
                                  </p:childTnLst>
                                </p:cTn>
                              </p:par>
                              <p:par>
                                <p:cTn id="34" presetID="10" presetClass="entr" presetSubtype="0" fill="hold" nodeType="withEffect">
                                  <p:stCondLst>
                                    <p:cond delay="0"/>
                                  </p:stCondLst>
                                  <p:childTnLst>
                                    <p:set>
                                      <p:cBhvr>
                                        <p:cTn id="35" dur="1" fill="hold">
                                          <p:stCondLst>
                                            <p:cond delay="0"/>
                                          </p:stCondLst>
                                        </p:cTn>
                                        <p:tgtEl>
                                          <p:spTgt spid="42"/>
                                        </p:tgtEl>
                                        <p:attrNameLst>
                                          <p:attrName>style.visibility</p:attrName>
                                        </p:attrNameLst>
                                      </p:cBhvr>
                                      <p:to>
                                        <p:strVal val="visible"/>
                                      </p:to>
                                    </p:set>
                                    <p:animEffect transition="in" filter="fade">
                                      <p:cBhvr>
                                        <p:cTn id="36" dur="500"/>
                                        <p:tgtEl>
                                          <p:spTgt spid="4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52"/>
                                        </p:tgtEl>
                                        <p:attrNameLst>
                                          <p:attrName>style.visibility</p:attrName>
                                        </p:attrNameLst>
                                      </p:cBhvr>
                                      <p:to>
                                        <p:strVal val="visible"/>
                                      </p:to>
                                    </p:set>
                                    <p:animEffect transition="in" filter="fade">
                                      <p:cBhvr>
                                        <p:cTn id="39" dur="500"/>
                                        <p:tgtEl>
                                          <p:spTgt spid="52"/>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33"/>
                                        </p:tgtEl>
                                        <p:attrNameLst>
                                          <p:attrName>style.visibility</p:attrName>
                                        </p:attrNameLst>
                                      </p:cBhvr>
                                      <p:to>
                                        <p:strVal val="visible"/>
                                      </p:to>
                                    </p:set>
                                    <p:animEffect transition="in" filter="fade">
                                      <p:cBhvr>
                                        <p:cTn id="42" dur="500"/>
                                        <p:tgtEl>
                                          <p:spTgt spid="33"/>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48"/>
                                        </p:tgtEl>
                                        <p:attrNameLst>
                                          <p:attrName>style.visibility</p:attrName>
                                        </p:attrNameLst>
                                      </p:cBhvr>
                                      <p:to>
                                        <p:strVal val="visible"/>
                                      </p:to>
                                    </p:set>
                                    <p:animEffect transition="in" filter="fade">
                                      <p:cBhvr>
                                        <p:cTn id="45" dur="500"/>
                                        <p:tgtEl>
                                          <p:spTgt spid="48"/>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46"/>
                                        </p:tgtEl>
                                        <p:attrNameLst>
                                          <p:attrName>style.visibility</p:attrName>
                                        </p:attrNameLst>
                                      </p:cBhvr>
                                      <p:to>
                                        <p:strVal val="visible"/>
                                      </p:to>
                                    </p:set>
                                    <p:animEffect transition="in" filter="fade">
                                      <p:cBhvr>
                                        <p:cTn id="48" dur="500"/>
                                        <p:tgtEl>
                                          <p:spTgt spid="46"/>
                                        </p:tgtEl>
                                      </p:cBhvr>
                                    </p:animEffect>
                                  </p:childTnLst>
                                </p:cTn>
                              </p:par>
                              <p:par>
                                <p:cTn id="49" presetID="10" presetClass="entr" presetSubtype="0" fill="hold" nodeType="withEffect">
                                  <p:stCondLst>
                                    <p:cond delay="0"/>
                                  </p:stCondLst>
                                  <p:childTnLst>
                                    <p:set>
                                      <p:cBhvr>
                                        <p:cTn id="50" dur="1" fill="hold">
                                          <p:stCondLst>
                                            <p:cond delay="0"/>
                                          </p:stCondLst>
                                        </p:cTn>
                                        <p:tgtEl>
                                          <p:spTgt spid="34"/>
                                        </p:tgtEl>
                                        <p:attrNameLst>
                                          <p:attrName>style.visibility</p:attrName>
                                        </p:attrNameLst>
                                      </p:cBhvr>
                                      <p:to>
                                        <p:strVal val="visible"/>
                                      </p:to>
                                    </p:set>
                                    <p:animEffect transition="in" filter="fade">
                                      <p:cBhvr>
                                        <p:cTn id="51" dur="500"/>
                                        <p:tgtEl>
                                          <p:spTgt spid="34"/>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8"/>
                                        </p:tgtEl>
                                        <p:attrNameLst>
                                          <p:attrName>style.visibility</p:attrName>
                                        </p:attrNameLst>
                                      </p:cBhvr>
                                      <p:to>
                                        <p:strVal val="visible"/>
                                      </p:to>
                                    </p:set>
                                    <p:animEffect transition="in" filter="fade">
                                      <p:cBhvr>
                                        <p:cTn id="54" dur="500"/>
                                        <p:tgtEl>
                                          <p:spTgt spid="38"/>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41"/>
                                        </p:tgtEl>
                                        <p:attrNameLst>
                                          <p:attrName>style.visibility</p:attrName>
                                        </p:attrNameLst>
                                      </p:cBhvr>
                                      <p:to>
                                        <p:strVal val="visible"/>
                                      </p:to>
                                    </p:set>
                                    <p:animEffect transition="in" filter="fade">
                                      <p:cBhvr>
                                        <p:cTn id="57" dur="500"/>
                                        <p:tgtEl>
                                          <p:spTgt spid="41"/>
                                        </p:tgtEl>
                                      </p:cBhvr>
                                    </p:animEffect>
                                  </p:childTnLst>
                                </p:cTn>
                              </p:par>
                              <p:par>
                                <p:cTn id="58" presetID="10" presetClass="entr" presetSubtype="0" fill="hold" nodeType="withEffect">
                                  <p:stCondLst>
                                    <p:cond delay="0"/>
                                  </p:stCondLst>
                                  <p:childTnLst>
                                    <p:set>
                                      <p:cBhvr>
                                        <p:cTn id="59" dur="1" fill="hold">
                                          <p:stCondLst>
                                            <p:cond delay="0"/>
                                          </p:stCondLst>
                                        </p:cTn>
                                        <p:tgtEl>
                                          <p:spTgt spid="49"/>
                                        </p:tgtEl>
                                        <p:attrNameLst>
                                          <p:attrName>style.visibility</p:attrName>
                                        </p:attrNameLst>
                                      </p:cBhvr>
                                      <p:to>
                                        <p:strVal val="visible"/>
                                      </p:to>
                                    </p:set>
                                    <p:animEffect transition="in" filter="fade">
                                      <p:cBhvr>
                                        <p:cTn id="60" dur="500"/>
                                        <p:tgtEl>
                                          <p:spTgt spid="49"/>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54"/>
                                        </p:tgtEl>
                                        <p:attrNameLst>
                                          <p:attrName>style.visibility</p:attrName>
                                        </p:attrNameLst>
                                      </p:cBhvr>
                                      <p:to>
                                        <p:strVal val="visible"/>
                                      </p:to>
                                    </p:set>
                                    <p:animEffect transition="in" filter="fade">
                                      <p:cBhvr>
                                        <p:cTn id="63" dur="500"/>
                                        <p:tgtEl>
                                          <p:spTgt spid="54"/>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6"/>
                                        </p:tgtEl>
                                        <p:attrNameLst>
                                          <p:attrName>style.visibility</p:attrName>
                                        </p:attrNameLst>
                                      </p:cBhvr>
                                      <p:to>
                                        <p:strVal val="visible"/>
                                      </p:to>
                                    </p:set>
                                    <p:animEffect transition="in" filter="fade">
                                      <p:cBhvr>
                                        <p:cTn id="66" dur="500"/>
                                        <p:tgtEl>
                                          <p:spTgt spid="26"/>
                                        </p:tgtEl>
                                      </p:cBhvr>
                                    </p:animEffect>
                                  </p:childTnLst>
                                </p:cTn>
                              </p:par>
                              <p:par>
                                <p:cTn id="67" presetID="10" presetClass="entr" presetSubtype="0" fill="hold" nodeType="withEffect">
                                  <p:stCondLst>
                                    <p:cond delay="0"/>
                                  </p:stCondLst>
                                  <p:childTnLst>
                                    <p:set>
                                      <p:cBhvr>
                                        <p:cTn id="68" dur="1" fill="hold">
                                          <p:stCondLst>
                                            <p:cond delay="0"/>
                                          </p:stCondLst>
                                        </p:cTn>
                                        <p:tgtEl>
                                          <p:spTgt spid="55"/>
                                        </p:tgtEl>
                                        <p:attrNameLst>
                                          <p:attrName>style.visibility</p:attrName>
                                        </p:attrNameLst>
                                      </p:cBhvr>
                                      <p:to>
                                        <p:strVal val="visible"/>
                                      </p:to>
                                    </p:set>
                                    <p:animEffect transition="in" filter="fade">
                                      <p:cBhvr>
                                        <p:cTn id="69" dur="500"/>
                                        <p:tgtEl>
                                          <p:spTgt spid="55"/>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60"/>
                                        </p:tgtEl>
                                        <p:attrNameLst>
                                          <p:attrName>style.visibility</p:attrName>
                                        </p:attrNameLst>
                                      </p:cBhvr>
                                      <p:to>
                                        <p:strVal val="visible"/>
                                      </p:to>
                                    </p:set>
                                    <p:animEffect transition="in" filter="fade">
                                      <p:cBhvr>
                                        <p:cTn id="72" dur="500"/>
                                        <p:tgtEl>
                                          <p:spTgt spid="60"/>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58"/>
                                        </p:tgtEl>
                                        <p:attrNameLst>
                                          <p:attrName>style.visibility</p:attrName>
                                        </p:attrNameLst>
                                      </p:cBhvr>
                                      <p:to>
                                        <p:strVal val="visible"/>
                                      </p:to>
                                    </p:set>
                                    <p:animEffect transition="in" filter="fade">
                                      <p:cBhvr>
                                        <p:cTn id="75" dur="500"/>
                                        <p:tgtEl>
                                          <p:spTgt spid="58"/>
                                        </p:tgtEl>
                                      </p:cBhvr>
                                    </p:animEffect>
                                  </p:childTnLst>
                                </p:cTn>
                              </p:par>
                              <p:par>
                                <p:cTn id="76" presetID="10" presetClass="entr" presetSubtype="0" fill="hold" nodeType="withEffect">
                                  <p:stCondLst>
                                    <p:cond delay="0"/>
                                  </p:stCondLst>
                                  <p:childTnLst>
                                    <p:set>
                                      <p:cBhvr>
                                        <p:cTn id="77" dur="1" fill="hold">
                                          <p:stCondLst>
                                            <p:cond delay="0"/>
                                          </p:stCondLst>
                                        </p:cTn>
                                        <p:tgtEl>
                                          <p:spTgt spid="61"/>
                                        </p:tgtEl>
                                        <p:attrNameLst>
                                          <p:attrName>style.visibility</p:attrName>
                                        </p:attrNameLst>
                                      </p:cBhvr>
                                      <p:to>
                                        <p:strVal val="visible"/>
                                      </p:to>
                                    </p:set>
                                    <p:animEffect transition="in" filter="fade">
                                      <p:cBhvr>
                                        <p:cTn id="78" dur="500"/>
                                        <p:tgtEl>
                                          <p:spTgt spid="61"/>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67"/>
                                        </p:tgtEl>
                                        <p:attrNameLst>
                                          <p:attrName>style.visibility</p:attrName>
                                        </p:attrNameLst>
                                      </p:cBhvr>
                                      <p:to>
                                        <p:strVal val="visible"/>
                                      </p:to>
                                    </p:set>
                                    <p:animEffect transition="in" filter="fade">
                                      <p:cBhvr>
                                        <p:cTn id="81" dur="500"/>
                                        <p:tgtEl>
                                          <p:spTgt spid="67"/>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65"/>
                                        </p:tgtEl>
                                        <p:attrNameLst>
                                          <p:attrName>style.visibility</p:attrName>
                                        </p:attrNameLst>
                                      </p:cBhvr>
                                      <p:to>
                                        <p:strVal val="visible"/>
                                      </p:to>
                                    </p:set>
                                    <p:animEffect transition="in" filter="fade">
                                      <p:cBhvr>
                                        <p:cTn id="84" dur="500"/>
                                        <p:tgtEl>
                                          <p:spTgt spid="65"/>
                                        </p:tgtEl>
                                      </p:cBhvr>
                                    </p:animEffect>
                                  </p:childTnLst>
                                </p:cTn>
                              </p:par>
                              <p:par>
                                <p:cTn id="85" presetID="10" presetClass="entr" presetSubtype="0" fill="hold" nodeType="withEffect">
                                  <p:stCondLst>
                                    <p:cond delay="0"/>
                                  </p:stCondLst>
                                  <p:childTnLst>
                                    <p:set>
                                      <p:cBhvr>
                                        <p:cTn id="86" dur="1" fill="hold">
                                          <p:stCondLst>
                                            <p:cond delay="0"/>
                                          </p:stCondLst>
                                        </p:cTn>
                                        <p:tgtEl>
                                          <p:spTgt spid="68"/>
                                        </p:tgtEl>
                                        <p:attrNameLst>
                                          <p:attrName>style.visibility</p:attrName>
                                        </p:attrNameLst>
                                      </p:cBhvr>
                                      <p:to>
                                        <p:strVal val="visible"/>
                                      </p:to>
                                    </p:set>
                                    <p:animEffect transition="in" filter="fade">
                                      <p:cBhvr>
                                        <p:cTn id="87" dur="500"/>
                                        <p:tgtEl>
                                          <p:spTgt spid="68"/>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72"/>
                                        </p:tgtEl>
                                        <p:attrNameLst>
                                          <p:attrName>style.visibility</p:attrName>
                                        </p:attrNameLst>
                                      </p:cBhvr>
                                      <p:to>
                                        <p:strVal val="visible"/>
                                      </p:to>
                                    </p:set>
                                    <p:animEffect transition="in" filter="fade">
                                      <p:cBhvr>
                                        <p:cTn id="90" dur="500"/>
                                        <p:tgtEl>
                                          <p:spTgt spid="72"/>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74"/>
                                        </p:tgtEl>
                                        <p:attrNameLst>
                                          <p:attrName>style.visibility</p:attrName>
                                        </p:attrNameLst>
                                      </p:cBhvr>
                                      <p:to>
                                        <p:strVal val="visible"/>
                                      </p:to>
                                    </p:set>
                                    <p:animEffect transition="in" filter="fade">
                                      <p:cBhvr>
                                        <p:cTn id="93" dur="500"/>
                                        <p:tgtEl>
                                          <p:spTgt spid="74"/>
                                        </p:tgtEl>
                                      </p:cBhvr>
                                    </p:animEffect>
                                  </p:childTnLst>
                                </p:cTn>
                              </p:par>
                            </p:childTnLst>
                          </p:cTn>
                        </p:par>
                      </p:childTnLst>
                    </p:cTn>
                  </p:par>
                  <p:par>
                    <p:cTn id="94" fill="hold">
                      <p:stCondLst>
                        <p:cond delay="indefinite"/>
                      </p:stCondLst>
                      <p:childTnLst>
                        <p:par>
                          <p:cTn id="95" fill="hold">
                            <p:stCondLst>
                              <p:cond delay="0"/>
                            </p:stCondLst>
                            <p:childTnLst>
                              <p:par>
                                <p:cTn id="96" presetID="10" presetClass="entr" presetSubtype="0" fill="hold" nodeType="clickEffect">
                                  <p:stCondLst>
                                    <p:cond delay="0"/>
                                  </p:stCondLst>
                                  <p:childTnLst>
                                    <p:set>
                                      <p:cBhvr>
                                        <p:cTn id="97" dur="1" fill="hold">
                                          <p:stCondLst>
                                            <p:cond delay="0"/>
                                          </p:stCondLst>
                                        </p:cTn>
                                        <p:tgtEl>
                                          <p:spTgt spid="3">
                                            <p:txEl>
                                              <p:pRg st="5" end="5"/>
                                            </p:txEl>
                                          </p:spTgt>
                                        </p:tgtEl>
                                        <p:attrNameLst>
                                          <p:attrName>style.visibility</p:attrName>
                                        </p:attrNameLst>
                                      </p:cBhvr>
                                      <p:to>
                                        <p:strVal val="visible"/>
                                      </p:to>
                                    </p:set>
                                    <p:animEffect transition="in" filter="fade">
                                      <p:cBhvr>
                                        <p:cTn id="98" dur="500"/>
                                        <p:tgtEl>
                                          <p:spTgt spid="3">
                                            <p:txEl>
                                              <p:pRg st="5" end="5"/>
                                            </p:txEl>
                                          </p:spTgt>
                                        </p:tgtEl>
                                      </p:cBhvr>
                                    </p:animEffect>
                                  </p:childTnLst>
                                </p:cTn>
                              </p:par>
                            </p:childTnLst>
                          </p:cTn>
                        </p:par>
                      </p:childTnLst>
                    </p:cTn>
                  </p:par>
                  <p:par>
                    <p:cTn id="99" fill="hold">
                      <p:stCondLst>
                        <p:cond delay="indefinite"/>
                      </p:stCondLst>
                      <p:childTnLst>
                        <p:par>
                          <p:cTn id="100" fill="hold">
                            <p:stCondLst>
                              <p:cond delay="0"/>
                            </p:stCondLst>
                            <p:childTnLst>
                              <p:par>
                                <p:cTn id="101" presetID="10" presetClass="entr" presetSubtype="0" fill="hold" nodeType="clickEffect">
                                  <p:stCondLst>
                                    <p:cond delay="0"/>
                                  </p:stCondLst>
                                  <p:childTnLst>
                                    <p:set>
                                      <p:cBhvr>
                                        <p:cTn id="102" dur="1" fill="hold">
                                          <p:stCondLst>
                                            <p:cond delay="0"/>
                                          </p:stCondLst>
                                        </p:cTn>
                                        <p:tgtEl>
                                          <p:spTgt spid="3">
                                            <p:txEl>
                                              <p:pRg st="6" end="6"/>
                                            </p:txEl>
                                          </p:spTgt>
                                        </p:tgtEl>
                                        <p:attrNameLst>
                                          <p:attrName>style.visibility</p:attrName>
                                        </p:attrNameLst>
                                      </p:cBhvr>
                                      <p:to>
                                        <p:strVal val="visible"/>
                                      </p:to>
                                    </p:set>
                                    <p:animEffect transition="in" filter="fade">
                                      <p:cBhvr>
                                        <p:cTn id="103" dur="500"/>
                                        <p:tgtEl>
                                          <p:spTgt spid="3">
                                            <p:txEl>
                                              <p:pRg st="6" end="6"/>
                                            </p:txEl>
                                          </p:spTgt>
                                        </p:tgtEl>
                                      </p:cBhvr>
                                    </p:animEffect>
                                  </p:childTnLst>
                                </p:cTn>
                              </p:par>
                            </p:childTnLst>
                          </p:cTn>
                        </p:par>
                      </p:childTnLst>
                    </p:cTn>
                  </p:par>
                  <p:par>
                    <p:cTn id="104" fill="hold">
                      <p:stCondLst>
                        <p:cond delay="indefinite"/>
                      </p:stCondLst>
                      <p:childTnLst>
                        <p:par>
                          <p:cTn id="105" fill="hold">
                            <p:stCondLst>
                              <p:cond delay="0"/>
                            </p:stCondLst>
                            <p:childTnLst>
                              <p:par>
                                <p:cTn id="106" presetID="10" presetClass="entr" presetSubtype="0" fill="hold" grpId="0" nodeType="clickEffect">
                                  <p:stCondLst>
                                    <p:cond delay="0"/>
                                  </p:stCondLst>
                                  <p:childTnLst>
                                    <p:set>
                                      <p:cBhvr>
                                        <p:cTn id="107" dur="1" fill="hold">
                                          <p:stCondLst>
                                            <p:cond delay="0"/>
                                          </p:stCondLst>
                                        </p:cTn>
                                        <p:tgtEl>
                                          <p:spTgt spid="9"/>
                                        </p:tgtEl>
                                        <p:attrNameLst>
                                          <p:attrName>style.visibility</p:attrName>
                                        </p:attrNameLst>
                                      </p:cBhvr>
                                      <p:to>
                                        <p:strVal val="visible"/>
                                      </p:to>
                                    </p:set>
                                    <p:animEffect transition="in" filter="fade">
                                      <p:cBhvr>
                                        <p:cTn id="108" dur="500"/>
                                        <p:tgtEl>
                                          <p:spTgt spid="9"/>
                                        </p:tgtEl>
                                      </p:cBhvr>
                                    </p:animEffect>
                                  </p:childTnLst>
                                </p:cTn>
                              </p:par>
                              <p:par>
                                <p:cTn id="109" presetID="10" presetClass="entr" presetSubtype="0" fill="hold" nodeType="withEffect">
                                  <p:stCondLst>
                                    <p:cond delay="0"/>
                                  </p:stCondLst>
                                  <p:childTnLst>
                                    <p:set>
                                      <p:cBhvr>
                                        <p:cTn id="110" dur="1" fill="hold">
                                          <p:stCondLst>
                                            <p:cond delay="0"/>
                                          </p:stCondLst>
                                        </p:cTn>
                                        <p:tgtEl>
                                          <p:spTgt spid="4"/>
                                        </p:tgtEl>
                                        <p:attrNameLst>
                                          <p:attrName>style.visibility</p:attrName>
                                        </p:attrNameLst>
                                      </p:cBhvr>
                                      <p:to>
                                        <p:strVal val="visible"/>
                                      </p:to>
                                    </p:set>
                                    <p:animEffect transition="in" filter="fade">
                                      <p:cBhvr>
                                        <p:cTn id="111" dur="500"/>
                                        <p:tgtEl>
                                          <p:spTgt spid="4"/>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10"/>
                                        </p:tgtEl>
                                        <p:attrNameLst>
                                          <p:attrName>style.visibility</p:attrName>
                                        </p:attrNameLst>
                                      </p:cBhvr>
                                      <p:to>
                                        <p:strVal val="visible"/>
                                      </p:to>
                                    </p:set>
                                    <p:animEffect transition="in" filter="fade">
                                      <p:cBhvr>
                                        <p:cTn id="114" dur="500"/>
                                        <p:tgtEl>
                                          <p:spTgt spid="10"/>
                                        </p:tgtEl>
                                      </p:cBhvr>
                                    </p:animEffect>
                                  </p:childTnLst>
                                </p:cTn>
                              </p:par>
                            </p:childTnLst>
                          </p:cTn>
                        </p:par>
                      </p:childTnLst>
                    </p:cTn>
                  </p:par>
                  <p:par>
                    <p:cTn id="115" fill="hold">
                      <p:stCondLst>
                        <p:cond delay="indefinite"/>
                      </p:stCondLst>
                      <p:childTnLst>
                        <p:par>
                          <p:cTn id="116" fill="hold">
                            <p:stCondLst>
                              <p:cond delay="0"/>
                            </p:stCondLst>
                            <p:childTnLst>
                              <p:par>
                                <p:cTn id="117" presetID="10" presetClass="entr" presetSubtype="0" fill="hold" nodeType="clickEffect">
                                  <p:stCondLst>
                                    <p:cond delay="0"/>
                                  </p:stCondLst>
                                  <p:childTnLst>
                                    <p:set>
                                      <p:cBhvr>
                                        <p:cTn id="118" dur="1" fill="hold">
                                          <p:stCondLst>
                                            <p:cond delay="0"/>
                                          </p:stCondLst>
                                        </p:cTn>
                                        <p:tgtEl>
                                          <p:spTgt spid="6"/>
                                        </p:tgtEl>
                                        <p:attrNameLst>
                                          <p:attrName>style.visibility</p:attrName>
                                        </p:attrNameLst>
                                      </p:cBhvr>
                                      <p:to>
                                        <p:strVal val="visible"/>
                                      </p:to>
                                    </p:set>
                                    <p:animEffect transition="in" filter="fade">
                                      <p:cBhvr>
                                        <p:cTn id="119" dur="500"/>
                                        <p:tgtEl>
                                          <p:spTgt spid="6"/>
                                        </p:tgtEl>
                                      </p:cBhvr>
                                    </p:animEffect>
                                  </p:childTnLst>
                                </p:cTn>
                              </p:par>
                              <p:par>
                                <p:cTn id="120" presetID="10" presetClass="entr" presetSubtype="0" fill="hold" nodeType="withEffect">
                                  <p:stCondLst>
                                    <p:cond delay="0"/>
                                  </p:stCondLst>
                                  <p:childTnLst>
                                    <p:set>
                                      <p:cBhvr>
                                        <p:cTn id="121" dur="1" fill="hold">
                                          <p:stCondLst>
                                            <p:cond delay="0"/>
                                          </p:stCondLst>
                                        </p:cTn>
                                        <p:tgtEl>
                                          <p:spTgt spid="13"/>
                                        </p:tgtEl>
                                        <p:attrNameLst>
                                          <p:attrName>style.visibility</p:attrName>
                                        </p:attrNameLst>
                                      </p:cBhvr>
                                      <p:to>
                                        <p:strVal val="visible"/>
                                      </p:to>
                                    </p:set>
                                    <p:animEffect transition="in" filter="fade">
                                      <p:cBhvr>
                                        <p:cTn id="122" dur="500"/>
                                        <p:tgtEl>
                                          <p:spTgt spid="13"/>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11"/>
                                        </p:tgtEl>
                                        <p:attrNameLst>
                                          <p:attrName>style.visibility</p:attrName>
                                        </p:attrNameLst>
                                      </p:cBhvr>
                                      <p:to>
                                        <p:strVal val="visible"/>
                                      </p:to>
                                    </p:set>
                                    <p:animEffect transition="in" filter="fade">
                                      <p:cBhvr>
                                        <p:cTn id="12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26" grpId="0" animBg="1"/>
      <p:bldP spid="27" grpId="0"/>
      <p:bldP spid="31" grpId="0" animBg="1"/>
      <p:bldP spid="33" grpId="0"/>
      <p:bldP spid="38" grpId="0" animBg="1"/>
      <p:bldP spid="41" grpId="0"/>
      <p:bldP spid="46" grpId="0" animBg="1"/>
      <p:bldP spid="48" grpId="0"/>
      <p:bldP spid="52" grpId="0" animBg="1"/>
      <p:bldP spid="54" grpId="0"/>
      <p:bldP spid="58" grpId="0" animBg="1"/>
      <p:bldP spid="60" grpId="0"/>
      <p:bldP spid="65" grpId="0" animBg="1"/>
      <p:bldP spid="67" grpId="0"/>
      <p:bldP spid="72" grpId="0" animBg="1"/>
      <p:bldP spid="7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5B5B5A-C10F-64DC-3986-AE9DA9668F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3F5A00-98CA-FEEF-371C-25EDE58EA591}"/>
              </a:ext>
            </a:extLst>
          </p:cNvPr>
          <p:cNvSpPr>
            <a:spLocks noGrp="1"/>
          </p:cNvSpPr>
          <p:nvPr>
            <p:ph type="title"/>
          </p:nvPr>
        </p:nvSpPr>
        <p:spPr>
          <a:xfrm>
            <a:off x="1" y="27432"/>
            <a:ext cx="10653578" cy="1132258"/>
          </a:xfrm>
        </p:spPr>
        <p:txBody>
          <a:bodyPr/>
          <a:lstStyle/>
          <a:p>
            <a:r>
              <a:rPr lang="en-US" dirty="0"/>
              <a:t>Adapter Pattern</a:t>
            </a:r>
          </a:p>
        </p:txBody>
      </p:sp>
      <p:sp>
        <p:nvSpPr>
          <p:cNvPr id="3" name="Content Placeholder 2">
            <a:extLst>
              <a:ext uri="{FF2B5EF4-FFF2-40B4-BE49-F238E27FC236}">
                <a16:creationId xmlns:a16="http://schemas.microsoft.com/office/drawing/2014/main" id="{EF6F5102-5F8D-0C68-6175-59E1222904D0}"/>
              </a:ext>
            </a:extLst>
          </p:cNvPr>
          <p:cNvSpPr>
            <a:spLocks noGrp="1"/>
          </p:cNvSpPr>
          <p:nvPr>
            <p:ph idx="1"/>
          </p:nvPr>
        </p:nvSpPr>
        <p:spPr>
          <a:xfrm>
            <a:off x="0" y="548640"/>
            <a:ext cx="10653579" cy="4593828"/>
          </a:xfrm>
        </p:spPr>
        <p:txBody>
          <a:bodyPr>
            <a:normAutofit/>
          </a:bodyPr>
          <a:lstStyle/>
          <a:p>
            <a:r>
              <a:rPr lang="en-US" sz="1400" dirty="0">
                <a:highlight>
                  <a:srgbClr val="FFFF00"/>
                </a:highlight>
              </a:rPr>
              <a:t>Ensures objects with incompatible interfaces with other objects can still be used by those other objects</a:t>
            </a:r>
          </a:p>
          <a:p>
            <a:r>
              <a:rPr lang="en-US" sz="1400" dirty="0"/>
              <a:t>Application for selecting the color of the video the user uploads (e.g. black/white, colored, color-blind friendly, etc.)</a:t>
            </a:r>
          </a:p>
          <a:p>
            <a:pPr lvl="1"/>
            <a:r>
              <a:rPr lang="en-US" sz="1400" dirty="0"/>
              <a:t>The “Color” interface contains the methods used for specifying the color of the uploaded video</a:t>
            </a:r>
            <a:endParaRPr lang="en-US" sz="1200" dirty="0"/>
          </a:p>
          <a:p>
            <a:pPr lvl="1"/>
            <a:r>
              <a:rPr lang="en-US" sz="1400" dirty="0"/>
              <a:t>However, let’s say a third-party package gets introduced called “Rainbow”, specifically for making the uploaded video color-blind friendly</a:t>
            </a:r>
          </a:p>
          <a:p>
            <a:pPr lvl="2"/>
            <a:r>
              <a:rPr lang="en-US" sz="1200" dirty="0"/>
              <a:t>Incompatible with the “Color” interface because of different methods</a:t>
            </a:r>
          </a:p>
          <a:p>
            <a:pPr lvl="2"/>
            <a:r>
              <a:rPr lang="en-US" sz="1200" dirty="0"/>
              <a:t>Would violate the </a:t>
            </a:r>
            <a:r>
              <a:rPr lang="en-US" sz="1200" i="1" dirty="0"/>
              <a:t>Interface Segregation Principle</a:t>
            </a:r>
            <a:endParaRPr lang="en-US" sz="1200" dirty="0"/>
          </a:p>
          <a:p>
            <a:pPr lvl="1"/>
            <a:r>
              <a:rPr lang="en-US" sz="1400" dirty="0"/>
              <a:t>Solution:</a:t>
            </a:r>
          </a:p>
          <a:p>
            <a:pPr lvl="2"/>
            <a:r>
              <a:rPr lang="en-US" sz="1200" dirty="0"/>
              <a:t>Create a separate class (e.g. “</a:t>
            </a:r>
            <a:r>
              <a:rPr lang="en-US" sz="1200" dirty="0" err="1"/>
              <a:t>RainbowColor</a:t>
            </a:r>
            <a:r>
              <a:rPr lang="en-US" sz="1200" dirty="0"/>
              <a:t>”) for using the “Rainbow” package in AT LEAST ONE of the methods from the “Color” interface</a:t>
            </a:r>
          </a:p>
        </p:txBody>
      </p:sp>
      <p:cxnSp>
        <p:nvCxnSpPr>
          <p:cNvPr id="6" name="Straight Arrow Connector 5">
            <a:extLst>
              <a:ext uri="{FF2B5EF4-FFF2-40B4-BE49-F238E27FC236}">
                <a16:creationId xmlns:a16="http://schemas.microsoft.com/office/drawing/2014/main" id="{0410C3BE-FCBE-624C-10B0-58B30BCA5154}"/>
              </a:ext>
            </a:extLst>
          </p:cNvPr>
          <p:cNvCxnSpPr>
            <a:cxnSpLocks/>
          </p:cNvCxnSpPr>
          <p:nvPr/>
        </p:nvCxnSpPr>
        <p:spPr>
          <a:xfrm flipH="1" flipV="1">
            <a:off x="5705856" y="4818888"/>
            <a:ext cx="1309525" cy="1128867"/>
          </a:xfrm>
          <a:prstGeom prst="straightConnector1">
            <a:avLst/>
          </a:prstGeom>
          <a:ln w="2857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DE8AC2BD-158D-CE0E-7A79-F37E48B15B36}"/>
              </a:ext>
            </a:extLst>
          </p:cNvPr>
          <p:cNvSpPr/>
          <p:nvPr/>
        </p:nvSpPr>
        <p:spPr>
          <a:xfrm>
            <a:off x="2892708" y="3501050"/>
            <a:ext cx="4322703" cy="1132258"/>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a:solidFill>
                  <a:schemeClr val="tx1"/>
                </a:solidFill>
              </a:rPr>
              <a:t>Color</a:t>
            </a:r>
            <a:r>
              <a:rPr lang="en-US" dirty="0">
                <a:solidFill>
                  <a:schemeClr val="tx1"/>
                </a:solidFill>
              </a:rPr>
              <a:t> (interface)</a:t>
            </a:r>
          </a:p>
          <a:p>
            <a:pPr algn="ctr"/>
            <a:r>
              <a:rPr lang="en-US" dirty="0" err="1">
                <a:solidFill>
                  <a:schemeClr val="tx1"/>
                </a:solidFill>
              </a:rPr>
              <a:t>applyColor</a:t>
            </a:r>
            <a:r>
              <a:rPr lang="en-US" dirty="0">
                <a:solidFill>
                  <a:schemeClr val="tx1"/>
                </a:solidFill>
              </a:rPr>
              <a:t>():</a:t>
            </a:r>
          </a:p>
        </p:txBody>
      </p:sp>
      <p:sp>
        <p:nvSpPr>
          <p:cNvPr id="10" name="Rectangle 9">
            <a:extLst>
              <a:ext uri="{FF2B5EF4-FFF2-40B4-BE49-F238E27FC236}">
                <a16:creationId xmlns:a16="http://schemas.microsoft.com/office/drawing/2014/main" id="{9485A355-84B6-474C-7FF4-67E1ED08106E}"/>
              </a:ext>
            </a:extLst>
          </p:cNvPr>
          <p:cNvSpPr/>
          <p:nvPr/>
        </p:nvSpPr>
        <p:spPr>
          <a:xfrm>
            <a:off x="8760974" y="3429000"/>
            <a:ext cx="2797042" cy="1204307"/>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err="1">
                <a:solidFill>
                  <a:schemeClr val="tx1"/>
                </a:solidFill>
              </a:rPr>
              <a:t>RainbowColor</a:t>
            </a:r>
            <a:endParaRPr lang="en-US" dirty="0">
              <a:solidFill>
                <a:schemeClr val="tx1"/>
              </a:solidFill>
            </a:endParaRPr>
          </a:p>
          <a:p>
            <a:pPr algn="ctr"/>
            <a:r>
              <a:rPr lang="en-US" dirty="0" err="1">
                <a:solidFill>
                  <a:schemeClr val="tx1"/>
                </a:solidFill>
              </a:rPr>
              <a:t>applyColor</a:t>
            </a:r>
            <a:r>
              <a:rPr lang="en-US" dirty="0">
                <a:solidFill>
                  <a:schemeClr val="tx1"/>
                </a:solidFill>
              </a:rPr>
              <a:t>():</a:t>
            </a:r>
          </a:p>
        </p:txBody>
      </p:sp>
      <p:sp>
        <p:nvSpPr>
          <p:cNvPr id="11" name="Rectangle 10">
            <a:extLst>
              <a:ext uri="{FF2B5EF4-FFF2-40B4-BE49-F238E27FC236}">
                <a16:creationId xmlns:a16="http://schemas.microsoft.com/office/drawing/2014/main" id="{FEC37975-CABA-035A-8823-2D56EDED250A}"/>
              </a:ext>
            </a:extLst>
          </p:cNvPr>
          <p:cNvSpPr/>
          <p:nvPr/>
        </p:nvSpPr>
        <p:spPr>
          <a:xfrm>
            <a:off x="7215411" y="5520322"/>
            <a:ext cx="2087880" cy="954024"/>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err="1">
                <a:solidFill>
                  <a:schemeClr val="tx1"/>
                </a:solidFill>
              </a:rPr>
              <a:t>VideoEditor</a:t>
            </a:r>
            <a:endParaRPr lang="en-US" dirty="0">
              <a:solidFill>
                <a:schemeClr val="tx1"/>
              </a:solidFill>
            </a:endParaRPr>
          </a:p>
          <a:p>
            <a:pPr algn="ctr"/>
            <a:r>
              <a:rPr lang="en-US" dirty="0" err="1">
                <a:solidFill>
                  <a:schemeClr val="tx1"/>
                </a:solidFill>
              </a:rPr>
              <a:t>applyColor</a:t>
            </a:r>
            <a:r>
              <a:rPr lang="en-US" dirty="0">
                <a:solidFill>
                  <a:schemeClr val="tx1"/>
                </a:solidFill>
              </a:rPr>
              <a:t>():</a:t>
            </a:r>
          </a:p>
        </p:txBody>
      </p:sp>
      <p:cxnSp>
        <p:nvCxnSpPr>
          <p:cNvPr id="13" name="Straight Arrow Connector 12">
            <a:extLst>
              <a:ext uri="{FF2B5EF4-FFF2-40B4-BE49-F238E27FC236}">
                <a16:creationId xmlns:a16="http://schemas.microsoft.com/office/drawing/2014/main" id="{E80B19C3-58B9-6ECB-43EC-A635FB3798BD}"/>
              </a:ext>
            </a:extLst>
          </p:cNvPr>
          <p:cNvCxnSpPr>
            <a:cxnSpLocks/>
          </p:cNvCxnSpPr>
          <p:nvPr/>
        </p:nvCxnSpPr>
        <p:spPr>
          <a:xfrm flipV="1">
            <a:off x="9503321" y="4818888"/>
            <a:ext cx="1150258" cy="1178446"/>
          </a:xfrm>
          <a:prstGeom prst="straightConnector1">
            <a:avLst/>
          </a:prstGeom>
          <a:ln w="2857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 name="Straight Arrow Connector 3">
            <a:extLst>
              <a:ext uri="{FF2B5EF4-FFF2-40B4-BE49-F238E27FC236}">
                <a16:creationId xmlns:a16="http://schemas.microsoft.com/office/drawing/2014/main" id="{592DB574-666C-DEE2-4C6E-1EA95C009A9F}"/>
              </a:ext>
            </a:extLst>
          </p:cNvPr>
          <p:cNvCxnSpPr>
            <a:cxnSpLocks/>
          </p:cNvCxnSpPr>
          <p:nvPr/>
        </p:nvCxnSpPr>
        <p:spPr>
          <a:xfrm flipH="1">
            <a:off x="7371881" y="4067179"/>
            <a:ext cx="1232623" cy="0"/>
          </a:xfrm>
          <a:prstGeom prst="straightConnector1">
            <a:avLst/>
          </a:prstGeom>
          <a:ln w="2857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9932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500"/>
                                        <p:tgtEl>
                                          <p:spTgt spid="3">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500"/>
                                        <p:tgtEl>
                                          <p:spTgt spid="3">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3">
                                            <p:txEl>
                                              <p:pRg st="7" end="7"/>
                                            </p:txEl>
                                          </p:spTgt>
                                        </p:tgtEl>
                                        <p:attrNameLst>
                                          <p:attrName>style.visibility</p:attrName>
                                        </p:attrNameLst>
                                      </p:cBhvr>
                                      <p:to>
                                        <p:strVal val="visible"/>
                                      </p:to>
                                    </p:set>
                                    <p:animEffect transition="in" filter="fade">
                                      <p:cBhvr>
                                        <p:cTn id="40" dur="500"/>
                                        <p:tgtEl>
                                          <p:spTgt spid="3">
                                            <p:txEl>
                                              <p:pRg st="7" end="7"/>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0"/>
                                        </p:tgtEl>
                                        <p:attrNameLst>
                                          <p:attrName>style.visibility</p:attrName>
                                        </p:attrNameLst>
                                      </p:cBhvr>
                                      <p:to>
                                        <p:strVal val="visible"/>
                                      </p:to>
                                    </p:set>
                                    <p:animEffect transition="in" filter="fade">
                                      <p:cBhvr>
                                        <p:cTn id="45" dur="500"/>
                                        <p:tgtEl>
                                          <p:spTgt spid="10"/>
                                        </p:tgtEl>
                                      </p:cBhvr>
                                    </p:animEffect>
                                  </p:childTnLst>
                                </p:cTn>
                              </p:par>
                              <p:par>
                                <p:cTn id="46" presetID="10" presetClass="entr" presetSubtype="0" fill="hold" nodeType="withEffect">
                                  <p:stCondLst>
                                    <p:cond delay="0"/>
                                  </p:stCondLst>
                                  <p:childTnLst>
                                    <p:set>
                                      <p:cBhvr>
                                        <p:cTn id="47" dur="1" fill="hold">
                                          <p:stCondLst>
                                            <p:cond delay="0"/>
                                          </p:stCondLst>
                                        </p:cTn>
                                        <p:tgtEl>
                                          <p:spTgt spid="4"/>
                                        </p:tgtEl>
                                        <p:attrNameLst>
                                          <p:attrName>style.visibility</p:attrName>
                                        </p:attrNameLst>
                                      </p:cBhvr>
                                      <p:to>
                                        <p:strVal val="visible"/>
                                      </p:to>
                                    </p:set>
                                    <p:animEffect transition="in" filter="fade">
                                      <p:cBhvr>
                                        <p:cTn id="48" dur="500"/>
                                        <p:tgtEl>
                                          <p:spTgt spid="4"/>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13"/>
                                        </p:tgtEl>
                                        <p:attrNameLst>
                                          <p:attrName>style.visibility</p:attrName>
                                        </p:attrNameLst>
                                      </p:cBhvr>
                                      <p:to>
                                        <p:strVal val="visible"/>
                                      </p:to>
                                    </p:set>
                                    <p:animEffect transition="in" filter="fade">
                                      <p:cBhvr>
                                        <p:cTn id="53" dur="500"/>
                                        <p:tgtEl>
                                          <p:spTgt spid="13"/>
                                        </p:tgtEl>
                                      </p:cBhvr>
                                    </p:animEffect>
                                  </p:childTnLst>
                                </p:cTn>
                              </p:par>
                              <p:par>
                                <p:cTn id="54" presetID="10" presetClass="entr" presetSubtype="0" fill="hold" nodeType="withEffect">
                                  <p:stCondLst>
                                    <p:cond delay="0"/>
                                  </p:stCondLst>
                                  <p:childTnLst>
                                    <p:set>
                                      <p:cBhvr>
                                        <p:cTn id="55" dur="1" fill="hold">
                                          <p:stCondLst>
                                            <p:cond delay="0"/>
                                          </p:stCondLst>
                                        </p:cTn>
                                        <p:tgtEl>
                                          <p:spTgt spid="6"/>
                                        </p:tgtEl>
                                        <p:attrNameLst>
                                          <p:attrName>style.visibility</p:attrName>
                                        </p:attrNameLst>
                                      </p:cBhvr>
                                      <p:to>
                                        <p:strVal val="visible"/>
                                      </p:to>
                                    </p:set>
                                    <p:animEffect transition="in" filter="fade">
                                      <p:cBhvr>
                                        <p:cTn id="56" dur="500"/>
                                        <p:tgtEl>
                                          <p:spTgt spid="6"/>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11"/>
                                        </p:tgtEl>
                                        <p:attrNameLst>
                                          <p:attrName>style.visibility</p:attrName>
                                        </p:attrNameLst>
                                      </p:cBhvr>
                                      <p:to>
                                        <p:strVal val="visible"/>
                                      </p:to>
                                    </p:set>
                                    <p:animEffect transition="in" filter="fade">
                                      <p:cBhvr>
                                        <p:cTn id="5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BE305D-C50C-40B5-5C18-7C7A5B483E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FD72F0-BB80-6EEF-FC5E-DE6898653B37}"/>
              </a:ext>
            </a:extLst>
          </p:cNvPr>
          <p:cNvSpPr>
            <a:spLocks noGrp="1"/>
          </p:cNvSpPr>
          <p:nvPr>
            <p:ph type="title"/>
          </p:nvPr>
        </p:nvSpPr>
        <p:spPr>
          <a:xfrm>
            <a:off x="1" y="27432"/>
            <a:ext cx="10653578" cy="1132258"/>
          </a:xfrm>
        </p:spPr>
        <p:txBody>
          <a:bodyPr/>
          <a:lstStyle/>
          <a:p>
            <a:r>
              <a:rPr lang="en-US" dirty="0"/>
              <a:t>Bridge Pattern</a:t>
            </a:r>
          </a:p>
        </p:txBody>
      </p:sp>
      <p:sp>
        <p:nvSpPr>
          <p:cNvPr id="3" name="Content Placeholder 2">
            <a:extLst>
              <a:ext uri="{FF2B5EF4-FFF2-40B4-BE49-F238E27FC236}">
                <a16:creationId xmlns:a16="http://schemas.microsoft.com/office/drawing/2014/main" id="{4E09CFF4-7D83-BE22-7083-C881837765E9}"/>
              </a:ext>
            </a:extLst>
          </p:cNvPr>
          <p:cNvSpPr>
            <a:spLocks noGrp="1"/>
          </p:cNvSpPr>
          <p:nvPr>
            <p:ph idx="1"/>
          </p:nvPr>
        </p:nvSpPr>
        <p:spPr>
          <a:xfrm>
            <a:off x="0" y="548640"/>
            <a:ext cx="10653579" cy="4593828"/>
          </a:xfrm>
        </p:spPr>
        <p:txBody>
          <a:bodyPr>
            <a:normAutofit/>
          </a:bodyPr>
          <a:lstStyle/>
          <a:p>
            <a:r>
              <a:rPr lang="en-US" sz="1400" dirty="0">
                <a:highlight>
                  <a:srgbClr val="FFFF00"/>
                </a:highlight>
              </a:rPr>
              <a:t>The “bridge” is a way to connect two major “tree” structures, or hierarchies, together</a:t>
            </a:r>
          </a:p>
          <a:p>
            <a:r>
              <a:rPr lang="en-US" sz="1400" dirty="0"/>
              <a:t>Application where multiple remote controls are used to control a given technology, such as radios</a:t>
            </a:r>
          </a:p>
          <a:p>
            <a:pPr lvl="1"/>
            <a:r>
              <a:rPr lang="en-US" sz="1400" dirty="0"/>
              <a:t>One “tree” would represent the different remote controls used to control a radio</a:t>
            </a:r>
          </a:p>
          <a:p>
            <a:pPr lvl="1"/>
            <a:r>
              <a:rPr lang="en-US" sz="1400" dirty="0"/>
              <a:t>Another “tree” would represent the specific brands radios, such as their brands</a:t>
            </a:r>
          </a:p>
          <a:p>
            <a:pPr lvl="1"/>
            <a:r>
              <a:rPr lang="en-US" sz="1400" dirty="0"/>
              <a:t>The “bridge” would represent a composition relationship, since a “</a:t>
            </a:r>
            <a:r>
              <a:rPr lang="en-US" sz="1400" dirty="0" err="1"/>
              <a:t>RemoteControl</a:t>
            </a:r>
            <a:r>
              <a:rPr lang="en-US" sz="1400" dirty="0"/>
              <a:t>” HAS A “Device” that it controls</a:t>
            </a:r>
          </a:p>
          <a:p>
            <a:pPr lvl="2"/>
            <a:r>
              <a:rPr lang="en-US" sz="1200" dirty="0"/>
              <a:t>One of the root nodes acts as an </a:t>
            </a:r>
            <a:r>
              <a:rPr lang="en-US" sz="1200" u="sng" dirty="0"/>
              <a:t>Abstract Class</a:t>
            </a:r>
            <a:r>
              <a:rPr lang="en-US" sz="1200" dirty="0"/>
              <a:t>, whereas another one acts as an </a:t>
            </a:r>
            <a:r>
              <a:rPr lang="en-US" sz="1200" u="sng" dirty="0"/>
              <a:t>Interface</a:t>
            </a:r>
          </a:p>
          <a:p>
            <a:pPr lvl="2"/>
            <a:r>
              <a:rPr lang="en-US" sz="1200" dirty="0"/>
              <a:t>Since the radios pretty much function in the </a:t>
            </a:r>
            <a:r>
              <a:rPr lang="en-US" sz="1200" i="1" dirty="0"/>
              <a:t>same way </a:t>
            </a:r>
            <a:r>
              <a:rPr lang="en-US" sz="1200" dirty="0"/>
              <a:t>across brands, it makes more sense to treat the root node of that tree as an interface; whereas remote controls each have </a:t>
            </a:r>
            <a:r>
              <a:rPr lang="en-US" sz="1200" i="1" dirty="0"/>
              <a:t>different</a:t>
            </a:r>
            <a:r>
              <a:rPr lang="en-US" sz="1200" dirty="0"/>
              <a:t> functionalities, making it more sense for the root node of that tree to be an abstract class</a:t>
            </a:r>
          </a:p>
          <a:p>
            <a:pPr lvl="2"/>
            <a:endParaRPr lang="en-US" sz="1200" dirty="0"/>
          </a:p>
        </p:txBody>
      </p:sp>
      <p:sp>
        <p:nvSpPr>
          <p:cNvPr id="9" name="Rectangle 8">
            <a:extLst>
              <a:ext uri="{FF2B5EF4-FFF2-40B4-BE49-F238E27FC236}">
                <a16:creationId xmlns:a16="http://schemas.microsoft.com/office/drawing/2014/main" id="{127D29B0-10B7-89B0-CDA6-C110155EDB2E}"/>
              </a:ext>
            </a:extLst>
          </p:cNvPr>
          <p:cNvSpPr/>
          <p:nvPr/>
        </p:nvSpPr>
        <p:spPr>
          <a:xfrm>
            <a:off x="1444752" y="3736978"/>
            <a:ext cx="3882037" cy="894219"/>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err="1">
                <a:solidFill>
                  <a:schemeClr val="tx1"/>
                </a:solidFill>
              </a:rPr>
              <a:t>RemoteControl</a:t>
            </a:r>
            <a:r>
              <a:rPr lang="en-US" u="sng" dirty="0">
                <a:solidFill>
                  <a:schemeClr val="tx1"/>
                </a:solidFill>
              </a:rPr>
              <a:t> (abstract class)</a:t>
            </a:r>
            <a:endParaRPr lang="en-US" dirty="0">
              <a:solidFill>
                <a:schemeClr val="tx1"/>
              </a:solidFill>
            </a:endParaRPr>
          </a:p>
          <a:p>
            <a:pPr algn="ctr"/>
            <a:r>
              <a:rPr lang="en-US" dirty="0" err="1">
                <a:solidFill>
                  <a:schemeClr val="tx1"/>
                </a:solidFill>
              </a:rPr>
              <a:t>turnOnOff</a:t>
            </a:r>
            <a:r>
              <a:rPr lang="en-US" dirty="0">
                <a:solidFill>
                  <a:schemeClr val="tx1"/>
                </a:solidFill>
              </a:rPr>
              <a:t>():</a:t>
            </a:r>
          </a:p>
        </p:txBody>
      </p:sp>
      <p:sp>
        <p:nvSpPr>
          <p:cNvPr id="10" name="Rectangle 9">
            <a:extLst>
              <a:ext uri="{FF2B5EF4-FFF2-40B4-BE49-F238E27FC236}">
                <a16:creationId xmlns:a16="http://schemas.microsoft.com/office/drawing/2014/main" id="{6E04AE9B-C488-5693-E0DC-F7BACE211ACB}"/>
              </a:ext>
            </a:extLst>
          </p:cNvPr>
          <p:cNvSpPr/>
          <p:nvPr/>
        </p:nvSpPr>
        <p:spPr>
          <a:xfrm>
            <a:off x="7913576" y="3602068"/>
            <a:ext cx="2767435" cy="102913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a:solidFill>
                  <a:schemeClr val="tx1"/>
                </a:solidFill>
              </a:rPr>
              <a:t>Radio</a:t>
            </a:r>
            <a:r>
              <a:rPr lang="en-US" dirty="0">
                <a:solidFill>
                  <a:schemeClr val="tx1"/>
                </a:solidFill>
              </a:rPr>
              <a:t> (interface)</a:t>
            </a:r>
          </a:p>
          <a:p>
            <a:pPr algn="ctr"/>
            <a:r>
              <a:rPr lang="en-US" dirty="0" err="1">
                <a:solidFill>
                  <a:schemeClr val="tx1"/>
                </a:solidFill>
              </a:rPr>
              <a:t>turnOnOff</a:t>
            </a:r>
            <a:r>
              <a:rPr lang="en-US" dirty="0">
                <a:solidFill>
                  <a:schemeClr val="tx1"/>
                </a:solidFill>
              </a:rPr>
              <a:t>():</a:t>
            </a:r>
          </a:p>
        </p:txBody>
      </p:sp>
      <p:sp>
        <p:nvSpPr>
          <p:cNvPr id="11" name="Rectangle 10">
            <a:extLst>
              <a:ext uri="{FF2B5EF4-FFF2-40B4-BE49-F238E27FC236}">
                <a16:creationId xmlns:a16="http://schemas.microsoft.com/office/drawing/2014/main" id="{4AD0917B-EEBB-8B7C-1D02-50C98046A8CF}"/>
              </a:ext>
            </a:extLst>
          </p:cNvPr>
          <p:cNvSpPr/>
          <p:nvPr/>
        </p:nvSpPr>
        <p:spPr>
          <a:xfrm>
            <a:off x="7346442" y="5822851"/>
            <a:ext cx="1766316" cy="833379"/>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err="1">
                <a:solidFill>
                  <a:schemeClr val="tx1"/>
                </a:solidFill>
              </a:rPr>
              <a:t>LGRadio</a:t>
            </a:r>
            <a:endParaRPr lang="en-US" dirty="0">
              <a:solidFill>
                <a:schemeClr val="tx1"/>
              </a:solidFill>
            </a:endParaRPr>
          </a:p>
          <a:p>
            <a:pPr algn="ctr"/>
            <a:r>
              <a:rPr lang="en-US" dirty="0" err="1">
                <a:solidFill>
                  <a:schemeClr val="tx1"/>
                </a:solidFill>
              </a:rPr>
              <a:t>turnOnOff</a:t>
            </a:r>
            <a:r>
              <a:rPr lang="en-US" dirty="0">
                <a:solidFill>
                  <a:schemeClr val="tx1"/>
                </a:solidFill>
              </a:rPr>
              <a:t>():</a:t>
            </a:r>
          </a:p>
        </p:txBody>
      </p:sp>
      <p:cxnSp>
        <p:nvCxnSpPr>
          <p:cNvPr id="4" name="Straight Arrow Connector 3">
            <a:extLst>
              <a:ext uri="{FF2B5EF4-FFF2-40B4-BE49-F238E27FC236}">
                <a16:creationId xmlns:a16="http://schemas.microsoft.com/office/drawing/2014/main" id="{D460CFB0-7916-CD55-592B-340A41D4AF47}"/>
              </a:ext>
            </a:extLst>
          </p:cNvPr>
          <p:cNvCxnSpPr>
            <a:cxnSpLocks/>
          </p:cNvCxnSpPr>
          <p:nvPr/>
        </p:nvCxnSpPr>
        <p:spPr>
          <a:xfrm>
            <a:off x="5696712" y="4116633"/>
            <a:ext cx="1874520" cy="8561"/>
          </a:xfrm>
          <a:prstGeom prst="straightConnector1">
            <a:avLst/>
          </a:prstGeom>
          <a:ln w="2857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E58590E5-3EDB-48E9-E55B-2C81ECA79399}"/>
              </a:ext>
            </a:extLst>
          </p:cNvPr>
          <p:cNvCxnSpPr>
            <a:cxnSpLocks/>
          </p:cNvCxnSpPr>
          <p:nvPr/>
        </p:nvCxnSpPr>
        <p:spPr>
          <a:xfrm flipV="1">
            <a:off x="8229600" y="4790373"/>
            <a:ext cx="585216" cy="873303"/>
          </a:xfrm>
          <a:prstGeom prst="straightConnector1">
            <a:avLst/>
          </a:prstGeom>
          <a:ln w="2857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71B39E97-5894-D935-35D9-F4A8895B922A}"/>
              </a:ext>
            </a:extLst>
          </p:cNvPr>
          <p:cNvCxnSpPr>
            <a:cxnSpLocks/>
          </p:cNvCxnSpPr>
          <p:nvPr/>
        </p:nvCxnSpPr>
        <p:spPr>
          <a:xfrm flipH="1" flipV="1">
            <a:off x="9638595" y="4744670"/>
            <a:ext cx="685800" cy="887002"/>
          </a:xfrm>
          <a:prstGeom prst="straightConnector1">
            <a:avLst/>
          </a:prstGeom>
          <a:ln w="2857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3169B7B6-04E6-BBB1-6CD2-9C8ADD90FFEC}"/>
              </a:ext>
            </a:extLst>
          </p:cNvPr>
          <p:cNvSpPr/>
          <p:nvPr/>
        </p:nvSpPr>
        <p:spPr>
          <a:xfrm>
            <a:off x="9638595" y="5803621"/>
            <a:ext cx="1766316" cy="833379"/>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err="1">
                <a:solidFill>
                  <a:schemeClr val="tx1"/>
                </a:solidFill>
              </a:rPr>
              <a:t>SonyRadio</a:t>
            </a:r>
            <a:endParaRPr lang="en-US" dirty="0">
              <a:solidFill>
                <a:schemeClr val="tx1"/>
              </a:solidFill>
            </a:endParaRPr>
          </a:p>
          <a:p>
            <a:pPr algn="ctr"/>
            <a:r>
              <a:rPr lang="en-US" dirty="0" err="1">
                <a:solidFill>
                  <a:schemeClr val="tx1"/>
                </a:solidFill>
              </a:rPr>
              <a:t>turnOnOff</a:t>
            </a:r>
            <a:r>
              <a:rPr lang="en-US" dirty="0">
                <a:solidFill>
                  <a:schemeClr val="tx1"/>
                </a:solidFill>
              </a:rPr>
              <a:t>():</a:t>
            </a:r>
          </a:p>
        </p:txBody>
      </p:sp>
      <p:sp>
        <p:nvSpPr>
          <p:cNvPr id="24" name="Rectangle 23">
            <a:extLst>
              <a:ext uri="{FF2B5EF4-FFF2-40B4-BE49-F238E27FC236}">
                <a16:creationId xmlns:a16="http://schemas.microsoft.com/office/drawing/2014/main" id="{03D01842-3DEB-CE34-5EC2-970DC33500E8}"/>
              </a:ext>
            </a:extLst>
          </p:cNvPr>
          <p:cNvSpPr/>
          <p:nvPr/>
        </p:nvSpPr>
        <p:spPr>
          <a:xfrm>
            <a:off x="496824" y="5530576"/>
            <a:ext cx="2734818" cy="1106424"/>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err="1">
                <a:solidFill>
                  <a:schemeClr val="tx1"/>
                </a:solidFill>
              </a:rPr>
              <a:t>MusicRemote</a:t>
            </a:r>
            <a:endParaRPr lang="en-US" dirty="0">
              <a:solidFill>
                <a:schemeClr val="tx1"/>
              </a:solidFill>
            </a:endParaRPr>
          </a:p>
          <a:p>
            <a:pPr algn="ctr"/>
            <a:r>
              <a:rPr lang="en-US" dirty="0" err="1">
                <a:solidFill>
                  <a:schemeClr val="tx1"/>
                </a:solidFill>
              </a:rPr>
              <a:t>turnOnOff</a:t>
            </a:r>
            <a:r>
              <a:rPr lang="en-US" dirty="0">
                <a:solidFill>
                  <a:schemeClr val="tx1"/>
                </a:solidFill>
              </a:rPr>
              <a:t>():</a:t>
            </a:r>
          </a:p>
          <a:p>
            <a:pPr algn="ctr"/>
            <a:r>
              <a:rPr lang="en-US" dirty="0" err="1">
                <a:solidFill>
                  <a:schemeClr val="tx1"/>
                </a:solidFill>
              </a:rPr>
              <a:t>selectSong</a:t>
            </a:r>
            <a:r>
              <a:rPr lang="en-US" dirty="0">
                <a:solidFill>
                  <a:schemeClr val="tx1"/>
                </a:solidFill>
              </a:rPr>
              <a:t>();</a:t>
            </a:r>
          </a:p>
        </p:txBody>
      </p:sp>
      <p:sp>
        <p:nvSpPr>
          <p:cNvPr id="32" name="Rectangle 31">
            <a:extLst>
              <a:ext uri="{FF2B5EF4-FFF2-40B4-BE49-F238E27FC236}">
                <a16:creationId xmlns:a16="http://schemas.microsoft.com/office/drawing/2014/main" id="{829D6226-8CD5-198D-C631-266094EAC527}"/>
              </a:ext>
            </a:extLst>
          </p:cNvPr>
          <p:cNvSpPr/>
          <p:nvPr/>
        </p:nvSpPr>
        <p:spPr>
          <a:xfrm>
            <a:off x="3620671" y="5530576"/>
            <a:ext cx="2734818" cy="1106424"/>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err="1">
                <a:solidFill>
                  <a:schemeClr val="tx1"/>
                </a:solidFill>
              </a:rPr>
              <a:t>NewsRemote</a:t>
            </a:r>
            <a:endParaRPr lang="en-US" dirty="0">
              <a:solidFill>
                <a:schemeClr val="tx1"/>
              </a:solidFill>
            </a:endParaRPr>
          </a:p>
          <a:p>
            <a:pPr algn="ctr"/>
            <a:r>
              <a:rPr lang="en-US" dirty="0" err="1">
                <a:solidFill>
                  <a:schemeClr val="tx1"/>
                </a:solidFill>
              </a:rPr>
              <a:t>turnOnOff</a:t>
            </a:r>
            <a:r>
              <a:rPr lang="en-US" dirty="0">
                <a:solidFill>
                  <a:schemeClr val="tx1"/>
                </a:solidFill>
              </a:rPr>
              <a:t>():</a:t>
            </a:r>
          </a:p>
          <a:p>
            <a:pPr algn="ctr"/>
            <a:r>
              <a:rPr lang="en-US" dirty="0" err="1">
                <a:solidFill>
                  <a:schemeClr val="tx1"/>
                </a:solidFill>
              </a:rPr>
              <a:t>selectNews</a:t>
            </a:r>
            <a:r>
              <a:rPr lang="en-US" dirty="0">
                <a:solidFill>
                  <a:schemeClr val="tx1"/>
                </a:solidFill>
              </a:rPr>
              <a:t>();</a:t>
            </a:r>
          </a:p>
        </p:txBody>
      </p:sp>
      <p:cxnSp>
        <p:nvCxnSpPr>
          <p:cNvPr id="35" name="Straight Arrow Connector 34">
            <a:extLst>
              <a:ext uri="{FF2B5EF4-FFF2-40B4-BE49-F238E27FC236}">
                <a16:creationId xmlns:a16="http://schemas.microsoft.com/office/drawing/2014/main" id="{5BF27637-D7DA-0ED7-71C5-C6876CBE9934}"/>
              </a:ext>
            </a:extLst>
          </p:cNvPr>
          <p:cNvCxnSpPr>
            <a:cxnSpLocks/>
          </p:cNvCxnSpPr>
          <p:nvPr/>
        </p:nvCxnSpPr>
        <p:spPr>
          <a:xfrm flipV="1">
            <a:off x="1984248" y="4759787"/>
            <a:ext cx="425048" cy="627283"/>
          </a:xfrm>
          <a:prstGeom prst="straightConnector1">
            <a:avLst/>
          </a:prstGeom>
          <a:ln w="2857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7D15BCCC-F092-23F2-8D8F-80AEDAE67D8E}"/>
              </a:ext>
            </a:extLst>
          </p:cNvPr>
          <p:cNvCxnSpPr>
            <a:cxnSpLocks/>
          </p:cNvCxnSpPr>
          <p:nvPr/>
        </p:nvCxnSpPr>
        <p:spPr>
          <a:xfrm flipH="1" flipV="1">
            <a:off x="4563457" y="4793913"/>
            <a:ext cx="424623" cy="593157"/>
          </a:xfrm>
          <a:prstGeom prst="straightConnector1">
            <a:avLst/>
          </a:prstGeom>
          <a:ln w="2857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2525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10" presetClass="entr" presetSubtype="0" fill="hold" nodeType="withEffect">
                                  <p:stCondLst>
                                    <p:cond delay="0"/>
                                  </p:stCondLst>
                                  <p:childTnLst>
                                    <p:set>
                                      <p:cBhvr>
                                        <p:cTn id="24" dur="1" fill="hold">
                                          <p:stCondLst>
                                            <p:cond delay="0"/>
                                          </p:stCondLst>
                                        </p:cTn>
                                        <p:tgtEl>
                                          <p:spTgt spid="35"/>
                                        </p:tgtEl>
                                        <p:attrNameLst>
                                          <p:attrName>style.visibility</p:attrName>
                                        </p:attrNameLst>
                                      </p:cBhvr>
                                      <p:to>
                                        <p:strVal val="visible"/>
                                      </p:to>
                                    </p:set>
                                    <p:animEffect transition="in" filter="fade">
                                      <p:cBhvr>
                                        <p:cTn id="25" dur="500"/>
                                        <p:tgtEl>
                                          <p:spTgt spid="3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4"/>
                                        </p:tgtEl>
                                        <p:attrNameLst>
                                          <p:attrName>style.visibility</p:attrName>
                                        </p:attrNameLst>
                                      </p:cBhvr>
                                      <p:to>
                                        <p:strVal val="visible"/>
                                      </p:to>
                                    </p:set>
                                    <p:animEffect transition="in" filter="fade">
                                      <p:cBhvr>
                                        <p:cTn id="28" dur="500"/>
                                        <p:tgtEl>
                                          <p:spTgt spid="2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2"/>
                                        </p:tgtEl>
                                        <p:attrNameLst>
                                          <p:attrName>style.visibility</p:attrName>
                                        </p:attrNameLst>
                                      </p:cBhvr>
                                      <p:to>
                                        <p:strVal val="visible"/>
                                      </p:to>
                                    </p:set>
                                    <p:animEffect transition="in" filter="fade">
                                      <p:cBhvr>
                                        <p:cTn id="31" dur="500"/>
                                        <p:tgtEl>
                                          <p:spTgt spid="32"/>
                                        </p:tgtEl>
                                      </p:cBhvr>
                                    </p:animEffect>
                                  </p:childTnLst>
                                </p:cTn>
                              </p:par>
                              <p:par>
                                <p:cTn id="32" presetID="10" presetClass="entr" presetSubtype="0" fill="hold" nodeType="withEffect">
                                  <p:stCondLst>
                                    <p:cond delay="0"/>
                                  </p:stCondLst>
                                  <p:childTnLst>
                                    <p:set>
                                      <p:cBhvr>
                                        <p:cTn id="33" dur="1" fill="hold">
                                          <p:stCondLst>
                                            <p:cond delay="0"/>
                                          </p:stCondLst>
                                        </p:cTn>
                                        <p:tgtEl>
                                          <p:spTgt spid="37"/>
                                        </p:tgtEl>
                                        <p:attrNameLst>
                                          <p:attrName>style.visibility</p:attrName>
                                        </p:attrNameLst>
                                      </p:cBhvr>
                                      <p:to>
                                        <p:strVal val="visible"/>
                                      </p:to>
                                    </p:set>
                                    <p:animEffect transition="in" filter="fade">
                                      <p:cBhvr>
                                        <p:cTn id="34" dur="500"/>
                                        <p:tgtEl>
                                          <p:spTgt spid="37"/>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00"/>
                                        <p:tgtEl>
                                          <p:spTgt spid="10"/>
                                        </p:tgtEl>
                                      </p:cBhvr>
                                    </p:animEffect>
                                  </p:childTnLst>
                                </p:cTn>
                              </p:par>
                              <p:par>
                                <p:cTn id="38" presetID="10" presetClass="entr" presetSubtype="0" fill="hold"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500"/>
                                        <p:tgtEl>
                                          <p:spTgt spid="11"/>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fade">
                                      <p:cBhvr>
                                        <p:cTn id="46" dur="500"/>
                                        <p:tgtEl>
                                          <p:spTgt spid="21"/>
                                        </p:tgtEl>
                                      </p:cBhvr>
                                    </p:animEffect>
                                  </p:childTnLst>
                                </p:cTn>
                              </p:par>
                              <p:par>
                                <p:cTn id="47" presetID="10" presetClass="entr" presetSubtype="0" fill="hold"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500"/>
                                        <p:tgtEl>
                                          <p:spTgt spid="17"/>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3">
                                            <p:txEl>
                                              <p:pRg st="4" end="4"/>
                                            </p:txEl>
                                          </p:spTgt>
                                        </p:tgtEl>
                                        <p:attrNameLst>
                                          <p:attrName>style.visibility</p:attrName>
                                        </p:attrNameLst>
                                      </p:cBhvr>
                                      <p:to>
                                        <p:strVal val="visible"/>
                                      </p:to>
                                    </p:set>
                                    <p:animEffect transition="in" filter="fade">
                                      <p:cBhvr>
                                        <p:cTn id="54" dur="500"/>
                                        <p:tgtEl>
                                          <p:spTgt spid="3">
                                            <p:txEl>
                                              <p:pRg st="4" end="4"/>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4"/>
                                        </p:tgtEl>
                                        <p:attrNameLst>
                                          <p:attrName>style.visibility</p:attrName>
                                        </p:attrNameLst>
                                      </p:cBhvr>
                                      <p:to>
                                        <p:strVal val="visible"/>
                                      </p:to>
                                    </p:set>
                                    <p:animEffect transition="in" filter="fade">
                                      <p:cBhvr>
                                        <p:cTn id="59" dur="500"/>
                                        <p:tgtEl>
                                          <p:spTgt spid="4"/>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3">
                                            <p:txEl>
                                              <p:pRg st="5" end="5"/>
                                            </p:txEl>
                                          </p:spTgt>
                                        </p:tgtEl>
                                        <p:attrNameLst>
                                          <p:attrName>style.visibility</p:attrName>
                                        </p:attrNameLst>
                                      </p:cBhvr>
                                      <p:to>
                                        <p:strVal val="visible"/>
                                      </p:to>
                                    </p:set>
                                    <p:animEffect transition="in" filter="fade">
                                      <p:cBhvr>
                                        <p:cTn id="64" dur="500"/>
                                        <p:tgtEl>
                                          <p:spTgt spid="3">
                                            <p:txEl>
                                              <p:pRg st="5" end="5"/>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3">
                                            <p:txEl>
                                              <p:pRg st="6" end="6"/>
                                            </p:txEl>
                                          </p:spTgt>
                                        </p:tgtEl>
                                        <p:attrNameLst>
                                          <p:attrName>style.visibility</p:attrName>
                                        </p:attrNameLst>
                                      </p:cBhvr>
                                      <p:to>
                                        <p:strVal val="visible"/>
                                      </p:to>
                                    </p:set>
                                    <p:animEffect transition="in" filter="fade">
                                      <p:cBhvr>
                                        <p:cTn id="69"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21" grpId="0" animBg="1"/>
      <p:bldP spid="24" grpId="0" animBg="1"/>
      <p:bldP spid="3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88D3DC-D7DF-03A9-EE20-A4203994FF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B24794-6B5B-9F23-F16A-E72F147C38C6}"/>
              </a:ext>
            </a:extLst>
          </p:cNvPr>
          <p:cNvSpPr>
            <a:spLocks noGrp="1"/>
          </p:cNvSpPr>
          <p:nvPr>
            <p:ph type="title"/>
          </p:nvPr>
        </p:nvSpPr>
        <p:spPr>
          <a:xfrm>
            <a:off x="1" y="27432"/>
            <a:ext cx="10653578" cy="1132258"/>
          </a:xfrm>
        </p:spPr>
        <p:txBody>
          <a:bodyPr/>
          <a:lstStyle/>
          <a:p>
            <a:r>
              <a:rPr lang="en-US" dirty="0"/>
              <a:t>Proxy Pattern</a:t>
            </a:r>
          </a:p>
        </p:txBody>
      </p:sp>
      <p:sp>
        <p:nvSpPr>
          <p:cNvPr id="3" name="Content Placeholder 2">
            <a:extLst>
              <a:ext uri="{FF2B5EF4-FFF2-40B4-BE49-F238E27FC236}">
                <a16:creationId xmlns:a16="http://schemas.microsoft.com/office/drawing/2014/main" id="{445FC397-4A71-6637-8821-342401C5D7BA}"/>
              </a:ext>
            </a:extLst>
          </p:cNvPr>
          <p:cNvSpPr>
            <a:spLocks noGrp="1"/>
          </p:cNvSpPr>
          <p:nvPr>
            <p:ph idx="1"/>
          </p:nvPr>
        </p:nvSpPr>
        <p:spPr>
          <a:xfrm>
            <a:off x="0" y="548640"/>
            <a:ext cx="10653579" cy="4593828"/>
          </a:xfrm>
        </p:spPr>
        <p:txBody>
          <a:bodyPr>
            <a:normAutofit/>
          </a:bodyPr>
          <a:lstStyle/>
          <a:p>
            <a:r>
              <a:rPr lang="en-US" sz="1400" dirty="0">
                <a:highlight>
                  <a:srgbClr val="FFFF00"/>
                </a:highlight>
              </a:rPr>
              <a:t>There exists a “proxy” objects that controls access between multiple objects</a:t>
            </a:r>
          </a:p>
          <a:p>
            <a:r>
              <a:rPr lang="en-US" sz="1400" dirty="0"/>
              <a:t>Application for fetching a list of YouTube videos from YouTube’s API</a:t>
            </a:r>
          </a:p>
          <a:p>
            <a:pPr lvl="1"/>
            <a:r>
              <a:rPr lang="en-US" sz="1400" dirty="0"/>
              <a:t>The “</a:t>
            </a:r>
            <a:r>
              <a:rPr lang="en-US" sz="1400" dirty="0" err="1"/>
              <a:t>YouTubeVideo</a:t>
            </a:r>
            <a:r>
              <a:rPr lang="en-US" sz="1400" dirty="0"/>
              <a:t>” class </a:t>
            </a:r>
            <a:r>
              <a:rPr lang="en-US" sz="1400" i="1" dirty="0"/>
              <a:t>renders</a:t>
            </a:r>
            <a:r>
              <a:rPr lang="en-US" sz="1400" dirty="0"/>
              <a:t> the appropriate videos that are being fetched from the YouTube API</a:t>
            </a:r>
          </a:p>
          <a:p>
            <a:pPr lvl="1"/>
            <a:r>
              <a:rPr lang="en-US" sz="1400" dirty="0"/>
              <a:t>The “</a:t>
            </a:r>
            <a:r>
              <a:rPr lang="en-US" sz="1400" dirty="0" err="1"/>
              <a:t>VideoProxy</a:t>
            </a:r>
            <a:r>
              <a:rPr lang="en-US" sz="1400" dirty="0"/>
              <a:t>” class servers as the “proxy”, ensuring the user ONLY access the videos that are rendered</a:t>
            </a:r>
          </a:p>
          <a:p>
            <a:pPr lvl="1"/>
            <a:r>
              <a:rPr lang="en-US" sz="1400" dirty="0"/>
              <a:t>The “</a:t>
            </a:r>
            <a:r>
              <a:rPr lang="en-US" sz="1400" dirty="0" err="1"/>
              <a:t>VideoList</a:t>
            </a:r>
            <a:r>
              <a:rPr lang="en-US" sz="1400" dirty="0"/>
              <a:t>” class stores the rendered videos</a:t>
            </a:r>
          </a:p>
        </p:txBody>
      </p:sp>
      <p:sp>
        <p:nvSpPr>
          <p:cNvPr id="9" name="Rectangle 8">
            <a:extLst>
              <a:ext uri="{FF2B5EF4-FFF2-40B4-BE49-F238E27FC236}">
                <a16:creationId xmlns:a16="http://schemas.microsoft.com/office/drawing/2014/main" id="{225451F2-2B25-0CC6-7067-98729D69519B}"/>
              </a:ext>
            </a:extLst>
          </p:cNvPr>
          <p:cNvSpPr/>
          <p:nvPr/>
        </p:nvSpPr>
        <p:spPr>
          <a:xfrm>
            <a:off x="7112945" y="2760003"/>
            <a:ext cx="3412236" cy="9144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a:solidFill>
                  <a:schemeClr val="tx1"/>
                </a:solidFill>
              </a:rPr>
              <a:t>Video</a:t>
            </a:r>
            <a:r>
              <a:rPr lang="en-US" dirty="0">
                <a:solidFill>
                  <a:schemeClr val="tx1"/>
                </a:solidFill>
              </a:rPr>
              <a:t> (interface)</a:t>
            </a:r>
          </a:p>
          <a:p>
            <a:pPr algn="ctr"/>
            <a:r>
              <a:rPr lang="en-US" dirty="0">
                <a:solidFill>
                  <a:schemeClr val="tx1"/>
                </a:solidFill>
              </a:rPr>
              <a:t>render():</a:t>
            </a:r>
          </a:p>
        </p:txBody>
      </p:sp>
      <p:sp>
        <p:nvSpPr>
          <p:cNvPr id="10" name="Rectangle 9">
            <a:extLst>
              <a:ext uri="{FF2B5EF4-FFF2-40B4-BE49-F238E27FC236}">
                <a16:creationId xmlns:a16="http://schemas.microsoft.com/office/drawing/2014/main" id="{AD554284-AAD6-AFB6-2157-3E3F5966C867}"/>
              </a:ext>
            </a:extLst>
          </p:cNvPr>
          <p:cNvSpPr/>
          <p:nvPr/>
        </p:nvSpPr>
        <p:spPr>
          <a:xfrm>
            <a:off x="1666819" y="2760003"/>
            <a:ext cx="2767435" cy="102913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err="1">
                <a:solidFill>
                  <a:schemeClr val="tx1"/>
                </a:solidFill>
              </a:rPr>
              <a:t>VideoList</a:t>
            </a:r>
            <a:endParaRPr lang="en-US" dirty="0">
              <a:solidFill>
                <a:schemeClr val="tx1"/>
              </a:solidFill>
            </a:endParaRPr>
          </a:p>
          <a:p>
            <a:pPr algn="ctr"/>
            <a:r>
              <a:rPr lang="en-US" dirty="0" err="1">
                <a:solidFill>
                  <a:schemeClr val="tx1"/>
                </a:solidFill>
              </a:rPr>
              <a:t>addVideo</a:t>
            </a:r>
            <a:r>
              <a:rPr lang="en-US" dirty="0">
                <a:solidFill>
                  <a:schemeClr val="tx1"/>
                </a:solidFill>
              </a:rPr>
              <a:t>():</a:t>
            </a:r>
          </a:p>
        </p:txBody>
      </p:sp>
      <p:sp>
        <p:nvSpPr>
          <p:cNvPr id="24" name="Rectangle 23">
            <a:extLst>
              <a:ext uri="{FF2B5EF4-FFF2-40B4-BE49-F238E27FC236}">
                <a16:creationId xmlns:a16="http://schemas.microsoft.com/office/drawing/2014/main" id="{269927C3-2CDB-957D-FBEC-61FE7E5F5E77}"/>
              </a:ext>
            </a:extLst>
          </p:cNvPr>
          <p:cNvSpPr/>
          <p:nvPr/>
        </p:nvSpPr>
        <p:spPr>
          <a:xfrm>
            <a:off x="5745536" y="4948563"/>
            <a:ext cx="2734818" cy="1106424"/>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err="1">
                <a:solidFill>
                  <a:schemeClr val="tx1"/>
                </a:solidFill>
              </a:rPr>
              <a:t>YouTubeVideo</a:t>
            </a:r>
            <a:endParaRPr lang="en-US" dirty="0">
              <a:solidFill>
                <a:schemeClr val="tx1"/>
              </a:solidFill>
            </a:endParaRPr>
          </a:p>
          <a:p>
            <a:pPr algn="ctr"/>
            <a:r>
              <a:rPr lang="en-US" dirty="0">
                <a:solidFill>
                  <a:schemeClr val="tx1"/>
                </a:solidFill>
              </a:rPr>
              <a:t>render():</a:t>
            </a:r>
          </a:p>
        </p:txBody>
      </p:sp>
      <p:cxnSp>
        <p:nvCxnSpPr>
          <p:cNvPr id="5" name="Straight Arrow Connector 4">
            <a:extLst>
              <a:ext uri="{FF2B5EF4-FFF2-40B4-BE49-F238E27FC236}">
                <a16:creationId xmlns:a16="http://schemas.microsoft.com/office/drawing/2014/main" id="{60624A9A-2842-7870-6663-E70388313D93}"/>
              </a:ext>
            </a:extLst>
          </p:cNvPr>
          <p:cNvCxnSpPr>
            <a:cxnSpLocks/>
          </p:cNvCxnSpPr>
          <p:nvPr/>
        </p:nvCxnSpPr>
        <p:spPr>
          <a:xfrm flipV="1">
            <a:off x="7112945" y="3789133"/>
            <a:ext cx="570093" cy="1041160"/>
          </a:xfrm>
          <a:prstGeom prst="straightConnector1">
            <a:avLst/>
          </a:prstGeom>
          <a:ln w="2857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62814B69-7DC5-2CA9-0A0F-FDE5169022A5}"/>
              </a:ext>
            </a:extLst>
          </p:cNvPr>
          <p:cNvCxnSpPr>
            <a:cxnSpLocks/>
          </p:cNvCxnSpPr>
          <p:nvPr/>
        </p:nvCxnSpPr>
        <p:spPr>
          <a:xfrm flipH="1" flipV="1">
            <a:off x="9404458" y="3789133"/>
            <a:ext cx="511802" cy="1041160"/>
          </a:xfrm>
          <a:prstGeom prst="straightConnector1">
            <a:avLst/>
          </a:prstGeom>
          <a:ln w="2857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73F10DEC-6B07-0F69-220C-14366350288E}"/>
              </a:ext>
            </a:extLst>
          </p:cNvPr>
          <p:cNvSpPr/>
          <p:nvPr/>
        </p:nvSpPr>
        <p:spPr>
          <a:xfrm>
            <a:off x="8819063" y="4948563"/>
            <a:ext cx="2734818" cy="1106424"/>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err="1">
                <a:solidFill>
                  <a:schemeClr val="tx1"/>
                </a:solidFill>
              </a:rPr>
              <a:t>VideoProxy</a:t>
            </a:r>
            <a:endParaRPr lang="en-US" dirty="0">
              <a:solidFill>
                <a:schemeClr val="tx1"/>
              </a:solidFill>
            </a:endParaRPr>
          </a:p>
          <a:p>
            <a:pPr algn="ctr"/>
            <a:r>
              <a:rPr lang="en-US" dirty="0">
                <a:solidFill>
                  <a:schemeClr val="tx1"/>
                </a:solidFill>
              </a:rPr>
              <a:t>render():</a:t>
            </a:r>
          </a:p>
        </p:txBody>
      </p:sp>
      <p:cxnSp>
        <p:nvCxnSpPr>
          <p:cNvPr id="20" name="Straight Arrow Connector 19">
            <a:extLst>
              <a:ext uri="{FF2B5EF4-FFF2-40B4-BE49-F238E27FC236}">
                <a16:creationId xmlns:a16="http://schemas.microsoft.com/office/drawing/2014/main" id="{AA27F44D-AB6B-3244-3E12-E94F162D2CE6}"/>
              </a:ext>
            </a:extLst>
          </p:cNvPr>
          <p:cNvCxnSpPr>
            <a:cxnSpLocks/>
          </p:cNvCxnSpPr>
          <p:nvPr/>
        </p:nvCxnSpPr>
        <p:spPr>
          <a:xfrm>
            <a:off x="4732136" y="3266007"/>
            <a:ext cx="2071000" cy="0"/>
          </a:xfrm>
          <a:prstGeom prst="straightConnector1">
            <a:avLst/>
          </a:prstGeom>
          <a:ln w="2857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4377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fade">
                                      <p:cBhvr>
                                        <p:cTn id="17" dur="500"/>
                                        <p:tgtEl>
                                          <p:spTgt spid="2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par>
                                <p:cTn id="28" presetID="10" presetClass="entr" presetSubtype="0" fill="hold" nodeType="with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fade">
                                      <p:cBhvr>
                                        <p:cTn id="30" dur="500"/>
                                        <p:tgtEl>
                                          <p:spTgt spid="5"/>
                                        </p:tgtEl>
                                      </p:cBhvr>
                                    </p:animEffect>
                                  </p:childTnLst>
                                </p:cTn>
                              </p:par>
                              <p:par>
                                <p:cTn id="31" presetID="10" presetClass="entr" presetSubtype="0" fill="hold" nodeType="with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fade">
                                      <p:cBhvr>
                                        <p:cTn id="33" dur="500"/>
                                        <p:tgtEl>
                                          <p:spTgt spid="6"/>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fade">
                                      <p:cBhvr>
                                        <p:cTn id="36" dur="500"/>
                                        <p:tgtEl>
                                          <p:spTgt spid="9"/>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3">
                                            <p:txEl>
                                              <p:pRg st="4" end="4"/>
                                            </p:txEl>
                                          </p:spTgt>
                                        </p:tgtEl>
                                        <p:attrNameLst>
                                          <p:attrName>style.visibility</p:attrName>
                                        </p:attrNameLst>
                                      </p:cBhvr>
                                      <p:to>
                                        <p:strVal val="visible"/>
                                      </p:to>
                                    </p:set>
                                    <p:animEffect transition="in" filter="fade">
                                      <p:cBhvr>
                                        <p:cTn id="41" dur="500"/>
                                        <p:tgtEl>
                                          <p:spTgt spid="3">
                                            <p:txEl>
                                              <p:pRg st="4" end="4"/>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fade">
                                      <p:cBhvr>
                                        <p:cTn id="46" dur="500"/>
                                        <p:tgtEl>
                                          <p:spTgt spid="10"/>
                                        </p:tgtEl>
                                      </p:cBhvr>
                                    </p:animEffect>
                                  </p:childTnLst>
                                </p:cTn>
                              </p:par>
                              <p:par>
                                <p:cTn id="47" presetID="10" presetClass="entr" presetSubtype="0" fill="hold" nodeType="with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24" grpId="0" animBg="1"/>
      <p:bldP spid="1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1FC6E3-0C72-C60E-B472-C7BBB55829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457E68-08B7-85BF-F85E-1C051D65941F}"/>
              </a:ext>
            </a:extLst>
          </p:cNvPr>
          <p:cNvSpPr>
            <a:spLocks noGrp="1"/>
          </p:cNvSpPr>
          <p:nvPr>
            <p:ph type="title"/>
          </p:nvPr>
        </p:nvSpPr>
        <p:spPr>
          <a:xfrm>
            <a:off x="1" y="27432"/>
            <a:ext cx="10653578" cy="1132258"/>
          </a:xfrm>
        </p:spPr>
        <p:txBody>
          <a:bodyPr/>
          <a:lstStyle/>
          <a:p>
            <a:r>
              <a:rPr lang="en-US" dirty="0"/>
              <a:t>Flyweight Pattern</a:t>
            </a:r>
          </a:p>
        </p:txBody>
      </p:sp>
      <p:sp>
        <p:nvSpPr>
          <p:cNvPr id="3" name="Content Placeholder 2">
            <a:extLst>
              <a:ext uri="{FF2B5EF4-FFF2-40B4-BE49-F238E27FC236}">
                <a16:creationId xmlns:a16="http://schemas.microsoft.com/office/drawing/2014/main" id="{D7BF9C85-C691-5C90-40B4-7346257B7C14}"/>
              </a:ext>
            </a:extLst>
          </p:cNvPr>
          <p:cNvSpPr>
            <a:spLocks noGrp="1"/>
          </p:cNvSpPr>
          <p:nvPr>
            <p:ph idx="1"/>
          </p:nvPr>
        </p:nvSpPr>
        <p:spPr>
          <a:xfrm>
            <a:off x="0" y="548640"/>
            <a:ext cx="10653579" cy="4593828"/>
          </a:xfrm>
        </p:spPr>
        <p:txBody>
          <a:bodyPr>
            <a:normAutofit/>
          </a:bodyPr>
          <a:lstStyle/>
          <a:p>
            <a:r>
              <a:rPr lang="en-US" sz="1400" dirty="0">
                <a:highlight>
                  <a:srgbClr val="FFFF00"/>
                </a:highlight>
              </a:rPr>
              <a:t>Rather than represent individual objects, it uses the common attributes across these objects as one object</a:t>
            </a:r>
          </a:p>
          <a:p>
            <a:pPr lvl="1"/>
            <a:r>
              <a:rPr lang="en-US" sz="1200" dirty="0"/>
              <a:t>In essence, one object is used to simplify the creation of many objects, saving RAM usage</a:t>
            </a:r>
          </a:p>
          <a:p>
            <a:r>
              <a:rPr lang="en-US" sz="1400" dirty="0"/>
              <a:t>Application keeping track of all the crops on a large farm</a:t>
            </a:r>
          </a:p>
          <a:p>
            <a:pPr lvl="1"/>
            <a:r>
              <a:rPr lang="en-US" sz="1200" dirty="0"/>
              <a:t>If each “Crop” were to represent an individual object, there would be way too many objects to keep track of in the application</a:t>
            </a:r>
          </a:p>
          <a:p>
            <a:r>
              <a:rPr lang="en-US" sz="1400" dirty="0"/>
              <a:t>Solution:</a:t>
            </a:r>
          </a:p>
          <a:p>
            <a:pPr lvl="1"/>
            <a:r>
              <a:rPr lang="en-US" sz="1200" dirty="0"/>
              <a:t>An object can represent the </a:t>
            </a:r>
            <a:r>
              <a:rPr lang="en-US" sz="1200" i="1" dirty="0"/>
              <a:t>type</a:t>
            </a:r>
            <a:r>
              <a:rPr lang="en-US" sz="1200" dirty="0"/>
              <a:t> of crop being planted (e.g. potatoes, carrots, etc.)</a:t>
            </a:r>
          </a:p>
          <a:p>
            <a:pPr lvl="2"/>
            <a:r>
              <a:rPr lang="en-US" sz="1200" dirty="0"/>
              <a:t>Ensures the </a:t>
            </a:r>
            <a:r>
              <a:rPr lang="en-US" sz="1200" i="1" dirty="0"/>
              <a:t>Open-Closed Principle</a:t>
            </a:r>
            <a:r>
              <a:rPr lang="en-US" sz="1200" dirty="0"/>
              <a:t> is not violated</a:t>
            </a:r>
          </a:p>
        </p:txBody>
      </p:sp>
      <p:sp>
        <p:nvSpPr>
          <p:cNvPr id="9" name="Rectangle 8">
            <a:extLst>
              <a:ext uri="{FF2B5EF4-FFF2-40B4-BE49-F238E27FC236}">
                <a16:creationId xmlns:a16="http://schemas.microsoft.com/office/drawing/2014/main" id="{E48B74D2-CB2C-2340-4D92-379950264423}"/>
              </a:ext>
            </a:extLst>
          </p:cNvPr>
          <p:cNvSpPr/>
          <p:nvPr/>
        </p:nvSpPr>
        <p:spPr>
          <a:xfrm>
            <a:off x="431527" y="3903554"/>
            <a:ext cx="1966280" cy="1499518"/>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a:solidFill>
                  <a:schemeClr val="tx1"/>
                </a:solidFill>
              </a:rPr>
              <a:t>Crop</a:t>
            </a:r>
          </a:p>
          <a:p>
            <a:pPr algn="ctr"/>
            <a:r>
              <a:rPr lang="en-US" dirty="0">
                <a:solidFill>
                  <a:schemeClr val="tx1"/>
                </a:solidFill>
              </a:rPr>
              <a:t>type():</a:t>
            </a:r>
          </a:p>
          <a:p>
            <a:pPr algn="ctr"/>
            <a:r>
              <a:rPr lang="en-US" dirty="0">
                <a:solidFill>
                  <a:schemeClr val="tx1"/>
                </a:solidFill>
              </a:rPr>
              <a:t>icon():</a:t>
            </a:r>
          </a:p>
          <a:p>
            <a:pPr algn="ctr"/>
            <a:r>
              <a:rPr lang="en-US" dirty="0">
                <a:solidFill>
                  <a:schemeClr val="tx1"/>
                </a:solidFill>
              </a:rPr>
              <a:t>location():</a:t>
            </a:r>
          </a:p>
        </p:txBody>
      </p:sp>
      <p:sp>
        <p:nvSpPr>
          <p:cNvPr id="22" name="Rectangle 21">
            <a:extLst>
              <a:ext uri="{FF2B5EF4-FFF2-40B4-BE49-F238E27FC236}">
                <a16:creationId xmlns:a16="http://schemas.microsoft.com/office/drawing/2014/main" id="{F80FE514-34A8-B378-13C2-D89EDACF9A0C}"/>
              </a:ext>
            </a:extLst>
          </p:cNvPr>
          <p:cNvSpPr/>
          <p:nvPr/>
        </p:nvSpPr>
        <p:spPr>
          <a:xfrm>
            <a:off x="7380031" y="3132544"/>
            <a:ext cx="2182366" cy="1036468"/>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err="1">
                <a:solidFill>
                  <a:schemeClr val="tx1"/>
                </a:solidFill>
              </a:rPr>
              <a:t>CropIcon</a:t>
            </a:r>
            <a:endParaRPr lang="en-US" u="sng" dirty="0">
              <a:solidFill>
                <a:schemeClr val="tx1"/>
              </a:solidFill>
            </a:endParaRPr>
          </a:p>
          <a:p>
            <a:pPr algn="ctr"/>
            <a:r>
              <a:rPr lang="en-US" dirty="0">
                <a:solidFill>
                  <a:schemeClr val="tx1"/>
                </a:solidFill>
              </a:rPr>
              <a:t>type():</a:t>
            </a:r>
          </a:p>
          <a:p>
            <a:pPr algn="ctr"/>
            <a:r>
              <a:rPr lang="en-US" dirty="0">
                <a:solidFill>
                  <a:schemeClr val="tx1"/>
                </a:solidFill>
              </a:rPr>
              <a:t>icon():</a:t>
            </a:r>
          </a:p>
        </p:txBody>
      </p:sp>
      <p:sp>
        <p:nvSpPr>
          <p:cNvPr id="23" name="Rectangle 22">
            <a:extLst>
              <a:ext uri="{FF2B5EF4-FFF2-40B4-BE49-F238E27FC236}">
                <a16:creationId xmlns:a16="http://schemas.microsoft.com/office/drawing/2014/main" id="{9385E39F-3EF6-DABA-789E-50F1C0CF2C35}"/>
              </a:ext>
            </a:extLst>
          </p:cNvPr>
          <p:cNvSpPr/>
          <p:nvPr/>
        </p:nvSpPr>
        <p:spPr>
          <a:xfrm>
            <a:off x="4058548" y="3124716"/>
            <a:ext cx="1966281" cy="1036468"/>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a:solidFill>
                  <a:schemeClr val="tx1"/>
                </a:solidFill>
              </a:rPr>
              <a:t>Crop</a:t>
            </a:r>
          </a:p>
          <a:p>
            <a:pPr algn="ctr"/>
            <a:r>
              <a:rPr lang="en-US" dirty="0">
                <a:solidFill>
                  <a:schemeClr val="tx1"/>
                </a:solidFill>
              </a:rPr>
              <a:t>location():</a:t>
            </a:r>
          </a:p>
        </p:txBody>
      </p:sp>
      <p:cxnSp>
        <p:nvCxnSpPr>
          <p:cNvPr id="27" name="Straight Arrow Connector 26">
            <a:extLst>
              <a:ext uri="{FF2B5EF4-FFF2-40B4-BE49-F238E27FC236}">
                <a16:creationId xmlns:a16="http://schemas.microsoft.com/office/drawing/2014/main" id="{AE1FC327-3430-B539-D86F-604FD0622B34}"/>
              </a:ext>
            </a:extLst>
          </p:cNvPr>
          <p:cNvCxnSpPr>
            <a:cxnSpLocks/>
          </p:cNvCxnSpPr>
          <p:nvPr/>
        </p:nvCxnSpPr>
        <p:spPr>
          <a:xfrm flipV="1">
            <a:off x="6122258" y="3642950"/>
            <a:ext cx="1128934" cy="782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FE142794-5B69-6E91-0855-E6A93DF1EB45}"/>
              </a:ext>
            </a:extLst>
          </p:cNvPr>
          <p:cNvSpPr/>
          <p:nvPr/>
        </p:nvSpPr>
        <p:spPr>
          <a:xfrm>
            <a:off x="3694176" y="5663675"/>
            <a:ext cx="1865376" cy="973417"/>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err="1">
                <a:solidFill>
                  <a:schemeClr val="tx1"/>
                </a:solidFill>
              </a:rPr>
              <a:t>CropService</a:t>
            </a:r>
            <a:endParaRPr lang="en-US" u="sng" dirty="0">
              <a:solidFill>
                <a:schemeClr val="tx1"/>
              </a:solidFill>
            </a:endParaRPr>
          </a:p>
          <a:p>
            <a:pPr algn="ctr"/>
            <a:r>
              <a:rPr lang="en-US" dirty="0" err="1">
                <a:solidFill>
                  <a:schemeClr val="tx1"/>
                </a:solidFill>
              </a:rPr>
              <a:t>getCrop</a:t>
            </a:r>
            <a:r>
              <a:rPr lang="en-US" dirty="0">
                <a:solidFill>
                  <a:schemeClr val="tx1"/>
                </a:solidFill>
              </a:rPr>
              <a:t>():</a:t>
            </a:r>
          </a:p>
        </p:txBody>
      </p:sp>
      <p:cxnSp>
        <p:nvCxnSpPr>
          <p:cNvPr id="33" name="Straight Arrow Connector 32">
            <a:extLst>
              <a:ext uri="{FF2B5EF4-FFF2-40B4-BE49-F238E27FC236}">
                <a16:creationId xmlns:a16="http://schemas.microsoft.com/office/drawing/2014/main" id="{00ED7765-BE94-AC5D-ADEF-3D629C8BB173}"/>
              </a:ext>
            </a:extLst>
          </p:cNvPr>
          <p:cNvCxnSpPr>
            <a:cxnSpLocks/>
          </p:cNvCxnSpPr>
          <p:nvPr/>
        </p:nvCxnSpPr>
        <p:spPr>
          <a:xfrm>
            <a:off x="5723077" y="6138279"/>
            <a:ext cx="1281227" cy="2409"/>
          </a:xfrm>
          <a:prstGeom prst="straightConnector1">
            <a:avLst/>
          </a:prstGeom>
          <a:ln w="2857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0DBCC13F-F3F3-7D62-A65A-569C31FA73C4}"/>
              </a:ext>
            </a:extLst>
          </p:cNvPr>
          <p:cNvSpPr/>
          <p:nvPr/>
        </p:nvSpPr>
        <p:spPr>
          <a:xfrm>
            <a:off x="7251192" y="5468283"/>
            <a:ext cx="2614361" cy="1171219"/>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err="1">
                <a:solidFill>
                  <a:schemeClr val="tx1"/>
                </a:solidFill>
              </a:rPr>
              <a:t>CropIconFactory</a:t>
            </a:r>
            <a:endParaRPr lang="en-US" u="sng" dirty="0">
              <a:solidFill>
                <a:schemeClr val="tx1"/>
              </a:solidFill>
            </a:endParaRPr>
          </a:p>
          <a:p>
            <a:pPr algn="ctr"/>
            <a:r>
              <a:rPr lang="en-US" dirty="0" err="1">
                <a:solidFill>
                  <a:schemeClr val="tx1"/>
                </a:solidFill>
              </a:rPr>
              <a:t>getIcon</a:t>
            </a:r>
            <a:r>
              <a:rPr lang="en-US" dirty="0">
                <a:solidFill>
                  <a:schemeClr val="tx1"/>
                </a:solidFill>
              </a:rPr>
              <a:t>(type):</a:t>
            </a:r>
          </a:p>
        </p:txBody>
      </p:sp>
      <p:cxnSp>
        <p:nvCxnSpPr>
          <p:cNvPr id="12" name="Straight Arrow Connector 11">
            <a:extLst>
              <a:ext uri="{FF2B5EF4-FFF2-40B4-BE49-F238E27FC236}">
                <a16:creationId xmlns:a16="http://schemas.microsoft.com/office/drawing/2014/main" id="{D352D6D4-C1CE-0808-8EFE-FF2FAF48C59B}"/>
              </a:ext>
            </a:extLst>
          </p:cNvPr>
          <p:cNvCxnSpPr>
            <a:cxnSpLocks/>
          </p:cNvCxnSpPr>
          <p:nvPr/>
        </p:nvCxnSpPr>
        <p:spPr>
          <a:xfrm flipV="1">
            <a:off x="8471214" y="4288055"/>
            <a:ext cx="0" cy="107032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41266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fade">
                                      <p:cBhvr>
                                        <p:cTn id="37" dur="500"/>
                                        <p:tgtEl>
                                          <p:spTgt spid="23"/>
                                        </p:tgtEl>
                                      </p:cBhvr>
                                    </p:animEffect>
                                  </p:childTnLst>
                                </p:cTn>
                              </p:par>
                              <p:par>
                                <p:cTn id="38" presetID="10" presetClass="entr" presetSubtype="0" fill="hold" nodeType="withEffect">
                                  <p:stCondLst>
                                    <p:cond delay="0"/>
                                  </p:stCondLst>
                                  <p:childTnLst>
                                    <p:set>
                                      <p:cBhvr>
                                        <p:cTn id="39" dur="1" fill="hold">
                                          <p:stCondLst>
                                            <p:cond delay="0"/>
                                          </p:stCondLst>
                                        </p:cTn>
                                        <p:tgtEl>
                                          <p:spTgt spid="27"/>
                                        </p:tgtEl>
                                        <p:attrNameLst>
                                          <p:attrName>style.visibility</p:attrName>
                                        </p:attrNameLst>
                                      </p:cBhvr>
                                      <p:to>
                                        <p:strVal val="visible"/>
                                      </p:to>
                                    </p:set>
                                    <p:animEffect transition="in" filter="fade">
                                      <p:cBhvr>
                                        <p:cTn id="40" dur="500"/>
                                        <p:tgtEl>
                                          <p:spTgt spid="27"/>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fade">
                                      <p:cBhvr>
                                        <p:cTn id="43" dur="500"/>
                                        <p:tgtEl>
                                          <p:spTgt spid="22"/>
                                        </p:tgtEl>
                                      </p:cBhvr>
                                    </p:animEffect>
                                  </p:childTnLst>
                                </p:cTn>
                              </p:par>
                              <p:par>
                                <p:cTn id="44" presetID="10" presetClass="entr" presetSubtype="0" fill="hold" nodeType="with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500"/>
                                        <p:tgtEl>
                                          <p:spTgt spid="12"/>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fade">
                                      <p:cBhvr>
                                        <p:cTn id="49" dur="500"/>
                                        <p:tgtEl>
                                          <p:spTgt spid="11"/>
                                        </p:tgtEl>
                                      </p:cBhvr>
                                    </p:animEffect>
                                  </p:childTnLst>
                                </p:cTn>
                              </p:par>
                              <p:par>
                                <p:cTn id="50" presetID="10" presetClass="entr" presetSubtype="0" fill="hold" nodeType="withEffect">
                                  <p:stCondLst>
                                    <p:cond delay="0"/>
                                  </p:stCondLst>
                                  <p:childTnLst>
                                    <p:set>
                                      <p:cBhvr>
                                        <p:cTn id="51" dur="1" fill="hold">
                                          <p:stCondLst>
                                            <p:cond delay="0"/>
                                          </p:stCondLst>
                                        </p:cTn>
                                        <p:tgtEl>
                                          <p:spTgt spid="33"/>
                                        </p:tgtEl>
                                        <p:attrNameLst>
                                          <p:attrName>style.visibility</p:attrName>
                                        </p:attrNameLst>
                                      </p:cBhvr>
                                      <p:to>
                                        <p:strVal val="visible"/>
                                      </p:to>
                                    </p:set>
                                    <p:animEffect transition="in" filter="fade">
                                      <p:cBhvr>
                                        <p:cTn id="52" dur="500"/>
                                        <p:tgtEl>
                                          <p:spTgt spid="33"/>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0"/>
                                        </p:tgtEl>
                                        <p:attrNameLst>
                                          <p:attrName>style.visibility</p:attrName>
                                        </p:attrNameLst>
                                      </p:cBhvr>
                                      <p:to>
                                        <p:strVal val="visible"/>
                                      </p:to>
                                    </p:set>
                                    <p:animEffect transition="in" filter="fade">
                                      <p:cBhvr>
                                        <p:cTn id="55"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22" grpId="0" animBg="1"/>
      <p:bldP spid="23" grpId="0" animBg="1"/>
      <p:bldP spid="30" grpId="0" animBg="1"/>
      <p:bldP spid="1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59D7D-795F-F371-7A8A-B7032B8EFF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306B17-B4C3-A3D4-892F-989697986684}"/>
              </a:ext>
            </a:extLst>
          </p:cNvPr>
          <p:cNvSpPr>
            <a:spLocks noGrp="1"/>
          </p:cNvSpPr>
          <p:nvPr>
            <p:ph type="title"/>
          </p:nvPr>
        </p:nvSpPr>
        <p:spPr>
          <a:xfrm>
            <a:off x="1" y="27432"/>
            <a:ext cx="10653578" cy="1132258"/>
          </a:xfrm>
        </p:spPr>
        <p:txBody>
          <a:bodyPr/>
          <a:lstStyle/>
          <a:p>
            <a:r>
              <a:rPr lang="en-US" dirty="0"/>
              <a:t>Facade Pattern</a:t>
            </a:r>
          </a:p>
        </p:txBody>
      </p:sp>
      <p:sp>
        <p:nvSpPr>
          <p:cNvPr id="3" name="Content Placeholder 2">
            <a:extLst>
              <a:ext uri="{FF2B5EF4-FFF2-40B4-BE49-F238E27FC236}">
                <a16:creationId xmlns:a16="http://schemas.microsoft.com/office/drawing/2014/main" id="{BCECE6DA-E3DA-BDEA-E726-42DE878C6A52}"/>
              </a:ext>
            </a:extLst>
          </p:cNvPr>
          <p:cNvSpPr>
            <a:spLocks noGrp="1"/>
          </p:cNvSpPr>
          <p:nvPr>
            <p:ph idx="1"/>
          </p:nvPr>
        </p:nvSpPr>
        <p:spPr>
          <a:xfrm>
            <a:off x="0" y="548640"/>
            <a:ext cx="10653579" cy="4593828"/>
          </a:xfrm>
        </p:spPr>
        <p:txBody>
          <a:bodyPr>
            <a:normAutofit/>
          </a:bodyPr>
          <a:lstStyle/>
          <a:p>
            <a:r>
              <a:rPr lang="en-US" sz="1400" dirty="0">
                <a:highlight>
                  <a:srgbClr val="FFFF00"/>
                </a:highlight>
              </a:rPr>
              <a:t>Used for </a:t>
            </a:r>
            <a:r>
              <a:rPr lang="en-US" sz="1400" i="1" dirty="0">
                <a:highlight>
                  <a:srgbClr val="FFFF00"/>
                </a:highlight>
              </a:rPr>
              <a:t>encapsulating</a:t>
            </a:r>
            <a:r>
              <a:rPr lang="en-US" sz="1400" dirty="0">
                <a:highlight>
                  <a:srgbClr val="FFFF00"/>
                </a:highlight>
              </a:rPr>
              <a:t> all the complexities the user shouldn’t have to worry about when using an application</a:t>
            </a:r>
          </a:p>
          <a:p>
            <a:r>
              <a:rPr lang="en-US" sz="1400" dirty="0"/>
              <a:t>Application for submitting a fast food order</a:t>
            </a:r>
          </a:p>
          <a:p>
            <a:pPr lvl="1"/>
            <a:r>
              <a:rPr lang="en-US" sz="1400" dirty="0"/>
              <a:t>A series of steps have to be completed to submit an order</a:t>
            </a:r>
          </a:p>
          <a:p>
            <a:pPr lvl="2"/>
            <a:r>
              <a:rPr lang="en-US" sz="1200" dirty="0"/>
              <a:t>Some of these steps involve authenticating the user, checking the available inventory, connecting the payment method, etc. – none of which the user should have to worry about</a:t>
            </a:r>
          </a:p>
          <a:p>
            <a:pPr lvl="2"/>
            <a:r>
              <a:rPr lang="en-US" sz="1200" dirty="0"/>
              <a:t>All the user cares about is placing an order and then getting their food</a:t>
            </a:r>
          </a:p>
          <a:p>
            <a:pPr lvl="1"/>
            <a:r>
              <a:rPr lang="en-US" sz="1400" dirty="0"/>
              <a:t>The “</a:t>
            </a:r>
            <a:r>
              <a:rPr lang="en-US" sz="1400" dirty="0" err="1"/>
              <a:t>OrderService</a:t>
            </a:r>
            <a:r>
              <a:rPr lang="en-US" sz="1400" dirty="0"/>
              <a:t>” class is where the order gets completed</a:t>
            </a:r>
          </a:p>
          <a:p>
            <a:pPr lvl="2"/>
            <a:r>
              <a:rPr lang="en-US" sz="1200" i="1" dirty="0"/>
              <a:t>depends</a:t>
            </a:r>
            <a:r>
              <a:rPr lang="en-US" sz="1200" dirty="0"/>
              <a:t> on classes representing the specific steps that need to be taken to a place an order the user shouldn’t worry about</a:t>
            </a:r>
            <a:endParaRPr lang="en-US" sz="1200" i="1" dirty="0"/>
          </a:p>
        </p:txBody>
      </p:sp>
      <p:sp>
        <p:nvSpPr>
          <p:cNvPr id="9" name="Rectangle 8">
            <a:extLst>
              <a:ext uri="{FF2B5EF4-FFF2-40B4-BE49-F238E27FC236}">
                <a16:creationId xmlns:a16="http://schemas.microsoft.com/office/drawing/2014/main" id="{31C5C4A3-F136-00B3-AFAA-F07E514FC445}"/>
              </a:ext>
            </a:extLst>
          </p:cNvPr>
          <p:cNvSpPr/>
          <p:nvPr/>
        </p:nvSpPr>
        <p:spPr>
          <a:xfrm>
            <a:off x="3482777" y="3397660"/>
            <a:ext cx="3412236" cy="9144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err="1">
                <a:solidFill>
                  <a:schemeClr val="tx1"/>
                </a:solidFill>
              </a:rPr>
              <a:t>OrderService</a:t>
            </a:r>
            <a:endParaRPr lang="en-US" dirty="0">
              <a:solidFill>
                <a:schemeClr val="tx1"/>
              </a:solidFill>
            </a:endParaRPr>
          </a:p>
          <a:p>
            <a:pPr algn="ctr"/>
            <a:r>
              <a:rPr lang="en-US" dirty="0">
                <a:solidFill>
                  <a:schemeClr val="tx1"/>
                </a:solidFill>
              </a:rPr>
              <a:t>order(request):</a:t>
            </a:r>
          </a:p>
        </p:txBody>
      </p:sp>
      <p:sp>
        <p:nvSpPr>
          <p:cNvPr id="10" name="Rectangle 9">
            <a:extLst>
              <a:ext uri="{FF2B5EF4-FFF2-40B4-BE49-F238E27FC236}">
                <a16:creationId xmlns:a16="http://schemas.microsoft.com/office/drawing/2014/main" id="{0D293711-6052-68AA-94C7-C47DA983E5C0}"/>
              </a:ext>
            </a:extLst>
          </p:cNvPr>
          <p:cNvSpPr/>
          <p:nvPr/>
        </p:nvSpPr>
        <p:spPr>
          <a:xfrm>
            <a:off x="1687431" y="5280229"/>
            <a:ext cx="2143905" cy="993561"/>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a:solidFill>
                  <a:schemeClr val="tx1"/>
                </a:solidFill>
              </a:rPr>
              <a:t>Authenticate</a:t>
            </a:r>
            <a:endParaRPr lang="en-US" dirty="0">
              <a:solidFill>
                <a:schemeClr val="tx1"/>
              </a:solidFill>
            </a:endParaRPr>
          </a:p>
          <a:p>
            <a:pPr algn="ctr"/>
            <a:r>
              <a:rPr lang="en-US" dirty="0">
                <a:solidFill>
                  <a:schemeClr val="tx1"/>
                </a:solidFill>
              </a:rPr>
              <a:t>authenticate():</a:t>
            </a:r>
          </a:p>
        </p:txBody>
      </p:sp>
      <p:cxnSp>
        <p:nvCxnSpPr>
          <p:cNvPr id="5" name="Straight Arrow Connector 4">
            <a:extLst>
              <a:ext uri="{FF2B5EF4-FFF2-40B4-BE49-F238E27FC236}">
                <a16:creationId xmlns:a16="http://schemas.microsoft.com/office/drawing/2014/main" id="{ADEEF349-A921-03E1-0000-185C715F6C2D}"/>
              </a:ext>
            </a:extLst>
          </p:cNvPr>
          <p:cNvCxnSpPr>
            <a:cxnSpLocks/>
          </p:cNvCxnSpPr>
          <p:nvPr/>
        </p:nvCxnSpPr>
        <p:spPr>
          <a:xfrm flipH="1">
            <a:off x="2980944" y="4427614"/>
            <a:ext cx="604322" cy="714854"/>
          </a:xfrm>
          <a:prstGeom prst="straightConnector1">
            <a:avLst/>
          </a:prstGeom>
          <a:ln w="2857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9D78B149-DFA8-D7CF-9AFE-532ABC7D55CE}"/>
              </a:ext>
            </a:extLst>
          </p:cNvPr>
          <p:cNvCxnSpPr>
            <a:cxnSpLocks/>
          </p:cNvCxnSpPr>
          <p:nvPr/>
        </p:nvCxnSpPr>
        <p:spPr>
          <a:xfrm>
            <a:off x="4716074" y="4398725"/>
            <a:ext cx="0" cy="772631"/>
          </a:xfrm>
          <a:prstGeom prst="straightConnector1">
            <a:avLst/>
          </a:prstGeom>
          <a:ln w="2857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BC0FE562-34C7-0B81-C8F8-E9F25F64C222}"/>
              </a:ext>
            </a:extLst>
          </p:cNvPr>
          <p:cNvSpPr/>
          <p:nvPr/>
        </p:nvSpPr>
        <p:spPr>
          <a:xfrm>
            <a:off x="4089255" y="5283363"/>
            <a:ext cx="2073801" cy="993561"/>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a:solidFill>
                  <a:schemeClr val="tx1"/>
                </a:solidFill>
              </a:rPr>
              <a:t>Inventory</a:t>
            </a:r>
            <a:endParaRPr lang="en-US" dirty="0">
              <a:solidFill>
                <a:schemeClr val="tx1"/>
              </a:solidFill>
            </a:endParaRPr>
          </a:p>
          <a:p>
            <a:pPr algn="ctr"/>
            <a:r>
              <a:rPr lang="en-US" dirty="0" err="1">
                <a:solidFill>
                  <a:schemeClr val="tx1"/>
                </a:solidFill>
              </a:rPr>
              <a:t>checkInventory</a:t>
            </a:r>
            <a:r>
              <a:rPr lang="en-US" dirty="0">
                <a:solidFill>
                  <a:schemeClr val="tx1"/>
                </a:solidFill>
              </a:rPr>
              <a:t>():</a:t>
            </a:r>
          </a:p>
        </p:txBody>
      </p:sp>
      <p:cxnSp>
        <p:nvCxnSpPr>
          <p:cNvPr id="16" name="Straight Arrow Connector 15">
            <a:extLst>
              <a:ext uri="{FF2B5EF4-FFF2-40B4-BE49-F238E27FC236}">
                <a16:creationId xmlns:a16="http://schemas.microsoft.com/office/drawing/2014/main" id="{0B908689-CEC2-0457-F08E-608D7A39E3F6}"/>
              </a:ext>
            </a:extLst>
          </p:cNvPr>
          <p:cNvCxnSpPr>
            <a:cxnSpLocks/>
          </p:cNvCxnSpPr>
          <p:nvPr/>
        </p:nvCxnSpPr>
        <p:spPr>
          <a:xfrm>
            <a:off x="6422954" y="4427614"/>
            <a:ext cx="361894" cy="743742"/>
          </a:xfrm>
          <a:prstGeom prst="straightConnector1">
            <a:avLst/>
          </a:prstGeom>
          <a:ln w="2857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5B86D717-6639-3D85-9AD6-0F1A0A1C6403}"/>
              </a:ext>
            </a:extLst>
          </p:cNvPr>
          <p:cNvSpPr/>
          <p:nvPr/>
        </p:nvSpPr>
        <p:spPr>
          <a:xfrm>
            <a:off x="6420975" y="5258022"/>
            <a:ext cx="2384697" cy="993561"/>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a:solidFill>
                  <a:schemeClr val="tx1"/>
                </a:solidFill>
              </a:rPr>
              <a:t>Payment</a:t>
            </a:r>
            <a:endParaRPr lang="en-US" dirty="0">
              <a:solidFill>
                <a:schemeClr val="tx1"/>
              </a:solidFill>
            </a:endParaRPr>
          </a:p>
          <a:p>
            <a:pPr algn="ctr"/>
            <a:r>
              <a:rPr lang="en-US" dirty="0" err="1">
                <a:solidFill>
                  <a:schemeClr val="tx1"/>
                </a:solidFill>
              </a:rPr>
              <a:t>connectPayment</a:t>
            </a:r>
            <a:r>
              <a:rPr lang="en-US" dirty="0">
                <a:solidFill>
                  <a:schemeClr val="tx1"/>
                </a:solidFill>
              </a:rPr>
              <a:t>():</a:t>
            </a:r>
          </a:p>
        </p:txBody>
      </p:sp>
      <p:cxnSp>
        <p:nvCxnSpPr>
          <p:cNvPr id="21" name="Straight Arrow Connector 20">
            <a:extLst>
              <a:ext uri="{FF2B5EF4-FFF2-40B4-BE49-F238E27FC236}">
                <a16:creationId xmlns:a16="http://schemas.microsoft.com/office/drawing/2014/main" id="{750AE096-053D-F966-03A9-779FE3AC555F}"/>
              </a:ext>
            </a:extLst>
          </p:cNvPr>
          <p:cNvCxnSpPr>
            <a:cxnSpLocks/>
          </p:cNvCxnSpPr>
          <p:nvPr/>
        </p:nvCxnSpPr>
        <p:spPr>
          <a:xfrm>
            <a:off x="7068043" y="3747910"/>
            <a:ext cx="1470223" cy="0"/>
          </a:xfrm>
          <a:prstGeom prst="straightConnector1">
            <a:avLst/>
          </a:prstGeom>
          <a:ln w="2857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DD28A07B-5177-D141-00DA-EB3BC328264D}"/>
              </a:ext>
            </a:extLst>
          </p:cNvPr>
          <p:cNvSpPr/>
          <p:nvPr/>
        </p:nvSpPr>
        <p:spPr>
          <a:xfrm>
            <a:off x="8711296" y="3358079"/>
            <a:ext cx="2384697" cy="993561"/>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err="1">
                <a:solidFill>
                  <a:schemeClr val="tx1"/>
                </a:solidFill>
              </a:rPr>
              <a:t>OrderFulfillment</a:t>
            </a:r>
            <a:endParaRPr lang="en-US" dirty="0">
              <a:solidFill>
                <a:schemeClr val="tx1"/>
              </a:solidFill>
            </a:endParaRPr>
          </a:p>
          <a:p>
            <a:pPr algn="ctr"/>
            <a:r>
              <a:rPr lang="en-US" dirty="0" err="1">
                <a:solidFill>
                  <a:schemeClr val="tx1"/>
                </a:solidFill>
              </a:rPr>
              <a:t>fulfillOrder</a:t>
            </a:r>
            <a:r>
              <a:rPr lang="en-US" dirty="0">
                <a:solidFill>
                  <a:schemeClr val="tx1"/>
                </a:solidFill>
              </a:rPr>
              <a:t>():</a:t>
            </a:r>
          </a:p>
        </p:txBody>
      </p:sp>
    </p:spTree>
    <p:extLst>
      <p:ext uri="{BB962C8B-B14F-4D97-AF65-F5344CB8AC3E}">
        <p14:creationId xmlns:p14="http://schemas.microsoft.com/office/powerpoint/2010/main" val="3969242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par>
                                <p:cTn id="33" presetID="10" presetClass="entr" presetSubtype="0" fill="hold" nodeType="with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fade">
                                      <p:cBhvr>
                                        <p:cTn id="35" dur="500"/>
                                        <p:tgtEl>
                                          <p:spTgt spid="5"/>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500"/>
                                        <p:tgtEl>
                                          <p:spTgt spid="1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childTnLst>
                                </p:cTn>
                              </p:par>
                              <p:par>
                                <p:cTn id="42" presetID="10" presetClass="entr" presetSubtype="0" fill="hold" nodeType="with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fade">
                                      <p:cBhvr>
                                        <p:cTn id="44" dur="500"/>
                                        <p:tgtEl>
                                          <p:spTgt spid="11"/>
                                        </p:tgtEl>
                                      </p:cBhvr>
                                    </p:animEffect>
                                  </p:childTnLst>
                                </p:cTn>
                              </p:par>
                              <p:par>
                                <p:cTn id="45" presetID="10" presetClass="entr" presetSubtype="0" fill="hold"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500"/>
                                        <p:tgtEl>
                                          <p:spTgt spid="16"/>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500"/>
                                        <p:tgtEl>
                                          <p:spTgt spid="19"/>
                                        </p:tgtEl>
                                      </p:cBhvr>
                                    </p:animEffect>
                                  </p:childTnLst>
                                </p:cTn>
                              </p:par>
                              <p:par>
                                <p:cTn id="51" presetID="10" presetClass="entr" presetSubtype="0" fill="hold" nodeType="with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500"/>
                                        <p:tgtEl>
                                          <p:spTgt spid="21"/>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5"/>
                                        </p:tgtEl>
                                        <p:attrNameLst>
                                          <p:attrName>style.visibility</p:attrName>
                                        </p:attrNameLst>
                                      </p:cBhvr>
                                      <p:to>
                                        <p:strVal val="visible"/>
                                      </p:to>
                                    </p:set>
                                    <p:animEffect transition="in" filter="fade">
                                      <p:cBhvr>
                                        <p:cTn id="56" dur="500"/>
                                        <p:tgtEl>
                                          <p:spTgt spid="25"/>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3">
                                            <p:txEl>
                                              <p:pRg st="6" end="6"/>
                                            </p:txEl>
                                          </p:spTgt>
                                        </p:tgtEl>
                                        <p:attrNameLst>
                                          <p:attrName>style.visibility</p:attrName>
                                        </p:attrNameLst>
                                      </p:cBhvr>
                                      <p:to>
                                        <p:strVal val="visible"/>
                                      </p:to>
                                    </p:set>
                                    <p:animEffect transition="in" filter="fade">
                                      <p:cBhvr>
                                        <p:cTn id="61"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5" grpId="0" animBg="1"/>
      <p:bldP spid="19" grpId="0" animBg="1"/>
      <p:bldP spid="2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45EA7-FD01-43AE-0F17-C69F58C060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B60C07-4785-3288-FD8E-30785EA3AD36}"/>
              </a:ext>
            </a:extLst>
          </p:cNvPr>
          <p:cNvSpPr>
            <a:spLocks noGrp="1"/>
          </p:cNvSpPr>
          <p:nvPr>
            <p:ph type="title"/>
          </p:nvPr>
        </p:nvSpPr>
        <p:spPr>
          <a:xfrm>
            <a:off x="1" y="27432"/>
            <a:ext cx="10653578" cy="1132258"/>
          </a:xfrm>
        </p:spPr>
        <p:txBody>
          <a:bodyPr/>
          <a:lstStyle/>
          <a:p>
            <a:r>
              <a:rPr lang="en-US" dirty="0"/>
              <a:t>Decorator Pattern</a:t>
            </a:r>
          </a:p>
        </p:txBody>
      </p:sp>
      <p:sp>
        <p:nvSpPr>
          <p:cNvPr id="3" name="Content Placeholder 2">
            <a:extLst>
              <a:ext uri="{FF2B5EF4-FFF2-40B4-BE49-F238E27FC236}">
                <a16:creationId xmlns:a16="http://schemas.microsoft.com/office/drawing/2014/main" id="{2438046E-E201-21BD-087D-FC4B2BB95426}"/>
              </a:ext>
            </a:extLst>
          </p:cNvPr>
          <p:cNvSpPr>
            <a:spLocks noGrp="1"/>
          </p:cNvSpPr>
          <p:nvPr>
            <p:ph idx="1"/>
          </p:nvPr>
        </p:nvSpPr>
        <p:spPr>
          <a:xfrm>
            <a:off x="0" y="548640"/>
            <a:ext cx="10653579" cy="4593828"/>
          </a:xfrm>
        </p:spPr>
        <p:txBody>
          <a:bodyPr>
            <a:normAutofit/>
          </a:bodyPr>
          <a:lstStyle/>
          <a:p>
            <a:r>
              <a:rPr lang="en-US" sz="1400" dirty="0">
                <a:highlight>
                  <a:srgbClr val="FFFF00"/>
                </a:highlight>
              </a:rPr>
              <a:t>Enables the ability to add new behavior to an object without having to actually modify the object</a:t>
            </a:r>
          </a:p>
          <a:p>
            <a:r>
              <a:rPr lang="en-US" sz="1400" dirty="0"/>
              <a:t>Application for storing data in a cloud</a:t>
            </a:r>
          </a:p>
          <a:p>
            <a:pPr lvl="1"/>
            <a:r>
              <a:rPr lang="en-US" sz="1400" dirty="0"/>
              <a:t>Data can be stored in various ways: being directly sent to the cloud, encrypted before being stored, etc.</a:t>
            </a:r>
          </a:p>
          <a:p>
            <a:pPr lvl="1"/>
            <a:r>
              <a:rPr lang="en-US" sz="1400" dirty="0"/>
              <a:t>It later gets decided that before the data can be stored in the cloud, it has to be cleaned</a:t>
            </a:r>
          </a:p>
          <a:p>
            <a:pPr lvl="2"/>
            <a:r>
              <a:rPr lang="en-US" sz="1200" dirty="0"/>
              <a:t>Instead of modifying the object responsible for storing data in the cloud, a new one can get created</a:t>
            </a:r>
          </a:p>
          <a:p>
            <a:pPr lvl="2"/>
            <a:r>
              <a:rPr lang="en-US" sz="1200" dirty="0"/>
              <a:t>The “</a:t>
            </a:r>
            <a:r>
              <a:rPr lang="en-US" sz="1200" dirty="0" err="1"/>
              <a:t>DataDecorator</a:t>
            </a:r>
            <a:r>
              <a:rPr lang="en-US" sz="1200" dirty="0"/>
              <a:t>” class will </a:t>
            </a:r>
            <a:r>
              <a:rPr lang="en-US" sz="1200" i="1" dirty="0"/>
              <a:t>override</a:t>
            </a:r>
            <a:r>
              <a:rPr lang="en-US" sz="1200" dirty="0"/>
              <a:t> the “save” method from the “Data” interface, so that the data now gets cleaned before being passed to the “</a:t>
            </a:r>
            <a:r>
              <a:rPr lang="en-US" sz="1200" dirty="0" err="1"/>
              <a:t>CloudData</a:t>
            </a:r>
            <a:r>
              <a:rPr lang="en-US" sz="1200" dirty="0"/>
              <a:t>” object for being stored in the cloud</a:t>
            </a:r>
            <a:endParaRPr lang="en-US" sz="1000" dirty="0"/>
          </a:p>
        </p:txBody>
      </p:sp>
      <p:sp>
        <p:nvSpPr>
          <p:cNvPr id="9" name="Rectangle 8">
            <a:extLst>
              <a:ext uri="{FF2B5EF4-FFF2-40B4-BE49-F238E27FC236}">
                <a16:creationId xmlns:a16="http://schemas.microsoft.com/office/drawing/2014/main" id="{25437EEE-1676-A839-8733-AA4493CA1F16}"/>
              </a:ext>
            </a:extLst>
          </p:cNvPr>
          <p:cNvSpPr/>
          <p:nvPr/>
        </p:nvSpPr>
        <p:spPr>
          <a:xfrm>
            <a:off x="6789992" y="3494778"/>
            <a:ext cx="3412236" cy="9144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a:solidFill>
                  <a:schemeClr val="tx1"/>
                </a:solidFill>
              </a:rPr>
              <a:t>Data (interface)</a:t>
            </a:r>
            <a:endParaRPr lang="en-US" dirty="0">
              <a:solidFill>
                <a:schemeClr val="tx1"/>
              </a:solidFill>
            </a:endParaRPr>
          </a:p>
          <a:p>
            <a:pPr algn="ctr"/>
            <a:r>
              <a:rPr lang="en-US" dirty="0">
                <a:solidFill>
                  <a:schemeClr val="tx1"/>
                </a:solidFill>
              </a:rPr>
              <a:t>save(data):</a:t>
            </a:r>
          </a:p>
        </p:txBody>
      </p:sp>
      <p:cxnSp>
        <p:nvCxnSpPr>
          <p:cNvPr id="4" name="Straight Arrow Connector 3">
            <a:extLst>
              <a:ext uri="{FF2B5EF4-FFF2-40B4-BE49-F238E27FC236}">
                <a16:creationId xmlns:a16="http://schemas.microsoft.com/office/drawing/2014/main" id="{4540A39B-990B-FC85-3284-02027A056CC6}"/>
              </a:ext>
            </a:extLst>
          </p:cNvPr>
          <p:cNvCxnSpPr>
            <a:cxnSpLocks/>
          </p:cNvCxnSpPr>
          <p:nvPr/>
        </p:nvCxnSpPr>
        <p:spPr>
          <a:xfrm>
            <a:off x="8500187" y="4558104"/>
            <a:ext cx="0" cy="69969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A82E2F02-BA8E-4D17-64EF-2DF8B2FA6B4D}"/>
              </a:ext>
            </a:extLst>
          </p:cNvPr>
          <p:cNvSpPr/>
          <p:nvPr/>
        </p:nvSpPr>
        <p:spPr>
          <a:xfrm>
            <a:off x="6934338" y="5371783"/>
            <a:ext cx="3412236" cy="9144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err="1">
                <a:solidFill>
                  <a:schemeClr val="tx1"/>
                </a:solidFill>
              </a:rPr>
              <a:t>DataDecorator</a:t>
            </a:r>
            <a:endParaRPr lang="en-US" dirty="0">
              <a:solidFill>
                <a:schemeClr val="tx1"/>
              </a:solidFill>
            </a:endParaRPr>
          </a:p>
          <a:p>
            <a:pPr algn="ctr"/>
            <a:r>
              <a:rPr lang="en-US" dirty="0">
                <a:solidFill>
                  <a:schemeClr val="tx1"/>
                </a:solidFill>
              </a:rPr>
              <a:t>save(data):</a:t>
            </a:r>
          </a:p>
        </p:txBody>
      </p:sp>
      <p:cxnSp>
        <p:nvCxnSpPr>
          <p:cNvPr id="13" name="Straight Arrow Connector 12">
            <a:extLst>
              <a:ext uri="{FF2B5EF4-FFF2-40B4-BE49-F238E27FC236}">
                <a16:creationId xmlns:a16="http://schemas.microsoft.com/office/drawing/2014/main" id="{146F6FD8-F122-605F-E2B9-A8207F3CCA4A}"/>
              </a:ext>
            </a:extLst>
          </p:cNvPr>
          <p:cNvCxnSpPr>
            <a:cxnSpLocks/>
          </p:cNvCxnSpPr>
          <p:nvPr/>
        </p:nvCxnSpPr>
        <p:spPr>
          <a:xfrm>
            <a:off x="5405079" y="3933406"/>
            <a:ext cx="1224321"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1CC4B789-7127-0D44-AF05-7A6B85BAA732}"/>
              </a:ext>
            </a:extLst>
          </p:cNvPr>
          <p:cNvSpPr/>
          <p:nvPr/>
        </p:nvSpPr>
        <p:spPr>
          <a:xfrm>
            <a:off x="2337656" y="3494778"/>
            <a:ext cx="2887298" cy="9144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err="1">
                <a:solidFill>
                  <a:schemeClr val="tx1"/>
                </a:solidFill>
              </a:rPr>
              <a:t>CloudData</a:t>
            </a:r>
            <a:endParaRPr lang="en-US" dirty="0">
              <a:solidFill>
                <a:schemeClr val="tx1"/>
              </a:solidFill>
            </a:endParaRPr>
          </a:p>
          <a:p>
            <a:pPr algn="ctr"/>
            <a:r>
              <a:rPr lang="en-US" dirty="0">
                <a:solidFill>
                  <a:schemeClr val="tx1"/>
                </a:solidFill>
              </a:rPr>
              <a:t>save(data):</a:t>
            </a:r>
          </a:p>
        </p:txBody>
      </p:sp>
    </p:spTree>
    <p:extLst>
      <p:ext uri="{BB962C8B-B14F-4D97-AF65-F5344CB8AC3E}">
        <p14:creationId xmlns:p14="http://schemas.microsoft.com/office/powerpoint/2010/main" val="3983040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par>
                                <p:cTn id="28" presetID="10" presetClass="entr" presetSubtype="0" fill="hold"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2"/>
                                        </p:tgtEl>
                                        <p:attrNameLst>
                                          <p:attrName>style.visibility</p:attrName>
                                        </p:attrNameLst>
                                      </p:cBhvr>
                                      <p:to>
                                        <p:strVal val="visible"/>
                                      </p:to>
                                    </p:set>
                                    <p:animEffect transition="in" filter="fade">
                                      <p:cBhvr>
                                        <p:cTn id="33" dur="500"/>
                                        <p:tgtEl>
                                          <p:spTgt spid="22"/>
                                        </p:tgtEl>
                                      </p:cBhvr>
                                    </p:animEffect>
                                  </p:childTnLst>
                                </p:cTn>
                              </p:par>
                              <p:par>
                                <p:cTn id="34" presetID="10" presetClass="entr" presetSubtype="0" fill="hold" nodeType="withEffect">
                                  <p:stCondLst>
                                    <p:cond delay="0"/>
                                  </p:stCondLst>
                                  <p:childTnLst>
                                    <p:set>
                                      <p:cBhvr>
                                        <p:cTn id="35" dur="1" fill="hold">
                                          <p:stCondLst>
                                            <p:cond delay="0"/>
                                          </p:stCondLst>
                                        </p:cTn>
                                        <p:tgtEl>
                                          <p:spTgt spid="4"/>
                                        </p:tgtEl>
                                        <p:attrNameLst>
                                          <p:attrName>style.visibility</p:attrName>
                                        </p:attrNameLst>
                                      </p:cBhvr>
                                      <p:to>
                                        <p:strVal val="visible"/>
                                      </p:to>
                                    </p:set>
                                    <p:animEffect transition="in" filter="fade">
                                      <p:cBhvr>
                                        <p:cTn id="36" dur="500"/>
                                        <p:tgtEl>
                                          <p:spTgt spid="4"/>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500"/>
                                        <p:tgtEl>
                                          <p:spTgt spid="8"/>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3">
                                            <p:txEl>
                                              <p:pRg st="5" end="5"/>
                                            </p:txEl>
                                          </p:spTgt>
                                        </p:tgtEl>
                                        <p:attrNameLst>
                                          <p:attrName>style.visibility</p:attrName>
                                        </p:attrNameLst>
                                      </p:cBhvr>
                                      <p:to>
                                        <p:strVal val="visible"/>
                                      </p:to>
                                    </p:set>
                                    <p:animEffect transition="in" filter="fade">
                                      <p:cBhvr>
                                        <p:cTn id="44"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8" grpId="0" animBg="1"/>
      <p:bldP spid="2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2505AEF-70FB-460E-DE0D-261B86F0EA2F}"/>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A96C6CB3-487F-9A14-9361-BAF99E43D9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pic>
        <p:nvPicPr>
          <p:cNvPr id="5" name="Picture 4" descr="Cathedral ceiling in yellow sunlight design">
            <a:extLst>
              <a:ext uri="{FF2B5EF4-FFF2-40B4-BE49-F238E27FC236}">
                <a16:creationId xmlns:a16="http://schemas.microsoft.com/office/drawing/2014/main" id="{9C46D29B-4948-9023-D9AD-88D6BB5D5BCF}"/>
              </a:ext>
            </a:extLst>
          </p:cNvPr>
          <p:cNvPicPr>
            <a:picLocks noChangeAspect="1"/>
          </p:cNvPicPr>
          <p:nvPr/>
        </p:nvPicPr>
        <p:blipFill>
          <a:blip r:embed="rId2"/>
          <a:srcRect t="13235" b="11766"/>
          <a:stretch>
            <a:fillRect/>
          </a:stretch>
        </p:blipFill>
        <p:spPr>
          <a:xfrm>
            <a:off x="20" y="-1"/>
            <a:ext cx="12191980" cy="6857990"/>
          </a:xfrm>
          <a:prstGeom prst="rect">
            <a:avLst/>
          </a:prstGeom>
        </p:spPr>
      </p:pic>
      <p:sp>
        <p:nvSpPr>
          <p:cNvPr id="11" name="Rectangle 10">
            <a:extLst>
              <a:ext uri="{FF2B5EF4-FFF2-40B4-BE49-F238E27FC236}">
                <a16:creationId xmlns:a16="http://schemas.microsoft.com/office/drawing/2014/main" id="{6121C1E4-6AD6-C9B0-38B5-FFC03700D4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88306" y="0"/>
            <a:ext cx="4903694" cy="6858001"/>
          </a:xfrm>
          <a:prstGeom prst="rect">
            <a:avLst/>
          </a:prstGeom>
          <a:solidFill>
            <a:schemeClr val="bg1">
              <a:alpha val="2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9AE0C3B-161F-2712-3472-55DADE241D53}"/>
              </a:ext>
            </a:extLst>
          </p:cNvPr>
          <p:cNvSpPr>
            <a:spLocks noGrp="1"/>
          </p:cNvSpPr>
          <p:nvPr>
            <p:ph type="ctrTitle"/>
          </p:nvPr>
        </p:nvSpPr>
        <p:spPr>
          <a:xfrm>
            <a:off x="5334000" y="2139707"/>
            <a:ext cx="5163311" cy="754380"/>
          </a:xfrm>
        </p:spPr>
        <p:txBody>
          <a:bodyPr anchor="b">
            <a:normAutofit/>
          </a:bodyPr>
          <a:lstStyle/>
          <a:p>
            <a:pPr algn="l"/>
            <a:r>
              <a:rPr lang="en-US" sz="2800" dirty="0">
                <a:highlight>
                  <a:srgbClr val="000000"/>
                </a:highlight>
              </a:rPr>
              <a:t>Behavioral Design Patterns</a:t>
            </a:r>
          </a:p>
        </p:txBody>
      </p:sp>
      <p:sp>
        <p:nvSpPr>
          <p:cNvPr id="3" name="Subtitle 2">
            <a:extLst>
              <a:ext uri="{FF2B5EF4-FFF2-40B4-BE49-F238E27FC236}">
                <a16:creationId xmlns:a16="http://schemas.microsoft.com/office/drawing/2014/main" id="{33359F31-02AA-2C88-8575-2714A45319C5}"/>
              </a:ext>
            </a:extLst>
          </p:cNvPr>
          <p:cNvSpPr>
            <a:spLocks noGrp="1"/>
          </p:cNvSpPr>
          <p:nvPr>
            <p:ph type="subTitle" idx="1"/>
          </p:nvPr>
        </p:nvSpPr>
        <p:spPr>
          <a:xfrm>
            <a:off x="5434585" y="3067812"/>
            <a:ext cx="3931920" cy="973836"/>
          </a:xfrm>
        </p:spPr>
        <p:txBody>
          <a:bodyPr anchor="t">
            <a:normAutofit/>
          </a:bodyPr>
          <a:lstStyle/>
          <a:p>
            <a:pPr algn="l"/>
            <a:r>
              <a:rPr lang="en-US" sz="2200" i="1" dirty="0">
                <a:highlight>
                  <a:srgbClr val="000000"/>
                </a:highlight>
              </a:rPr>
              <a:t>What are ways in which objects can </a:t>
            </a:r>
            <a:r>
              <a:rPr lang="en-US" sz="2200" i="1" u="sng" dirty="0">
                <a:highlight>
                  <a:srgbClr val="000000"/>
                </a:highlight>
              </a:rPr>
              <a:t>interact</a:t>
            </a:r>
            <a:r>
              <a:rPr lang="en-US" sz="2200" i="1" dirty="0">
                <a:highlight>
                  <a:srgbClr val="000000"/>
                </a:highlight>
              </a:rPr>
              <a:t>?</a:t>
            </a:r>
          </a:p>
        </p:txBody>
      </p:sp>
    </p:spTree>
    <p:extLst>
      <p:ext uri="{BB962C8B-B14F-4D97-AF65-F5344CB8AC3E}">
        <p14:creationId xmlns:p14="http://schemas.microsoft.com/office/powerpoint/2010/main" val="451624003"/>
      </p:ext>
    </p:extLst>
  </p:cSld>
  <p:clrMapOvr>
    <a:overrideClrMapping bg1="dk1" tx1="lt1" bg2="dk2" tx2="lt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B55B2E-3D6D-6934-415D-E8E3986DB5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056F5B-612B-9719-0FB4-9508544070FA}"/>
              </a:ext>
            </a:extLst>
          </p:cNvPr>
          <p:cNvSpPr>
            <a:spLocks noGrp="1"/>
          </p:cNvSpPr>
          <p:nvPr>
            <p:ph type="title"/>
          </p:nvPr>
        </p:nvSpPr>
        <p:spPr>
          <a:xfrm>
            <a:off x="1" y="27432"/>
            <a:ext cx="10653578" cy="1132258"/>
          </a:xfrm>
        </p:spPr>
        <p:txBody>
          <a:bodyPr/>
          <a:lstStyle/>
          <a:p>
            <a:r>
              <a:rPr lang="en-US" dirty="0"/>
              <a:t>Memento Pattern</a:t>
            </a:r>
          </a:p>
        </p:txBody>
      </p:sp>
      <p:sp>
        <p:nvSpPr>
          <p:cNvPr id="3" name="Content Placeholder 2">
            <a:extLst>
              <a:ext uri="{FF2B5EF4-FFF2-40B4-BE49-F238E27FC236}">
                <a16:creationId xmlns:a16="http://schemas.microsoft.com/office/drawing/2014/main" id="{331DEFB1-38DB-47BF-AD3B-446DF1048755}"/>
              </a:ext>
            </a:extLst>
          </p:cNvPr>
          <p:cNvSpPr>
            <a:spLocks noGrp="1"/>
          </p:cNvSpPr>
          <p:nvPr>
            <p:ph idx="1"/>
          </p:nvPr>
        </p:nvSpPr>
        <p:spPr>
          <a:xfrm>
            <a:off x="0" y="548640"/>
            <a:ext cx="10653579" cy="4593828"/>
          </a:xfrm>
        </p:spPr>
        <p:txBody>
          <a:bodyPr>
            <a:normAutofit/>
          </a:bodyPr>
          <a:lstStyle/>
          <a:p>
            <a:r>
              <a:rPr lang="en-US" sz="1400" dirty="0">
                <a:highlight>
                  <a:srgbClr val="FFFF00"/>
                </a:highlight>
              </a:rPr>
              <a:t>Used to restore an object to its previous state without revealing its implementation details</a:t>
            </a:r>
          </a:p>
          <a:p>
            <a:r>
              <a:rPr lang="en-US" sz="1400" dirty="0"/>
              <a:t>Application for modifying a word document</a:t>
            </a:r>
          </a:p>
          <a:p>
            <a:pPr lvl="1"/>
            <a:r>
              <a:rPr lang="en-US" sz="1400" dirty="0"/>
              <a:t>The “Editor” class used to edit the textual content of the document</a:t>
            </a:r>
          </a:p>
          <a:p>
            <a:pPr lvl="2"/>
            <a:r>
              <a:rPr lang="en-US" sz="1200" dirty="0"/>
              <a:t>The “</a:t>
            </a:r>
            <a:r>
              <a:rPr lang="en-US" sz="1200" dirty="0" err="1"/>
              <a:t>PrevContent</a:t>
            </a:r>
            <a:r>
              <a:rPr lang="en-US" sz="1200" dirty="0"/>
              <a:t>” attribute stores a list of all the content that was previously edited up till now</a:t>
            </a:r>
          </a:p>
          <a:p>
            <a:pPr lvl="2"/>
            <a:r>
              <a:rPr lang="en-US" sz="1200" dirty="0"/>
              <a:t>This is problematic, because this attribute (and class as a whole) has no way to keep track of the exact edits the user made to result in the content changes</a:t>
            </a:r>
          </a:p>
          <a:p>
            <a:pPr lvl="1"/>
            <a:r>
              <a:rPr lang="en-US" sz="1400" dirty="0"/>
              <a:t>The “</a:t>
            </a:r>
            <a:r>
              <a:rPr lang="en-US" sz="1400" dirty="0" err="1"/>
              <a:t>EditorState</a:t>
            </a:r>
            <a:r>
              <a:rPr lang="en-US" sz="1400" dirty="0"/>
              <a:t>” class is made to keep track of those exact edits</a:t>
            </a:r>
          </a:p>
          <a:p>
            <a:pPr lvl="2"/>
            <a:r>
              <a:rPr lang="en-US" sz="1200" dirty="0"/>
              <a:t>Violates the </a:t>
            </a:r>
            <a:r>
              <a:rPr lang="en-US" sz="1200" u="sng" dirty="0"/>
              <a:t>Single Responsibility Principle</a:t>
            </a:r>
            <a:r>
              <a:rPr lang="en-US" sz="1200" dirty="0"/>
              <a:t>, as the “</a:t>
            </a:r>
            <a:r>
              <a:rPr lang="en-US" sz="1200" dirty="0" err="1"/>
              <a:t>EditorState</a:t>
            </a:r>
            <a:r>
              <a:rPr lang="en-US" sz="1200" dirty="0"/>
              <a:t>” has to keep track of </a:t>
            </a:r>
            <a:r>
              <a:rPr lang="en-US" sz="1200" i="1" dirty="0"/>
              <a:t>multiple </a:t>
            </a:r>
            <a:r>
              <a:rPr lang="en-US" sz="1200" dirty="0"/>
              <a:t>responsibilities – keeping track of the current AS WELL AS previous content changes</a:t>
            </a:r>
          </a:p>
          <a:p>
            <a:pPr lvl="1"/>
            <a:r>
              <a:rPr lang="en-US" sz="1400" dirty="0"/>
              <a:t>Solution:</a:t>
            </a:r>
          </a:p>
          <a:p>
            <a:pPr lvl="2"/>
            <a:r>
              <a:rPr lang="en-US" sz="1200" dirty="0"/>
              <a:t>The “History” class keeps track ONLY of the previous content changes, whereas the “Editor” class ONLY keeps track of the content right now by grabbing the most up-to-date content changes from the “</a:t>
            </a:r>
            <a:r>
              <a:rPr lang="en-US" sz="1200" dirty="0" err="1"/>
              <a:t>EditorState</a:t>
            </a:r>
            <a:r>
              <a:rPr lang="en-US" sz="1200" dirty="0"/>
              <a:t>” class</a:t>
            </a:r>
          </a:p>
        </p:txBody>
      </p:sp>
      <p:sp>
        <p:nvSpPr>
          <p:cNvPr id="15" name="Rectangle 14">
            <a:extLst>
              <a:ext uri="{FF2B5EF4-FFF2-40B4-BE49-F238E27FC236}">
                <a16:creationId xmlns:a16="http://schemas.microsoft.com/office/drawing/2014/main" id="{2396A06A-A83B-1A42-FC8D-D546A9FEF5B0}"/>
              </a:ext>
            </a:extLst>
          </p:cNvPr>
          <p:cNvSpPr/>
          <p:nvPr/>
        </p:nvSpPr>
        <p:spPr>
          <a:xfrm>
            <a:off x="141789" y="4210395"/>
            <a:ext cx="1970475" cy="9144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a:solidFill>
                  <a:schemeClr val="tx1"/>
                </a:solidFill>
              </a:rPr>
              <a:t>Editor</a:t>
            </a:r>
            <a:endParaRPr lang="en-US" dirty="0">
              <a:solidFill>
                <a:schemeClr val="tx1"/>
              </a:solidFill>
            </a:endParaRPr>
          </a:p>
          <a:p>
            <a:pPr algn="ctr"/>
            <a:r>
              <a:rPr lang="en-US" dirty="0">
                <a:solidFill>
                  <a:schemeClr val="tx1"/>
                </a:solidFill>
              </a:rPr>
              <a:t>content: string</a:t>
            </a:r>
          </a:p>
          <a:p>
            <a:pPr algn="ctr"/>
            <a:r>
              <a:rPr lang="en-US" dirty="0" err="1">
                <a:solidFill>
                  <a:schemeClr val="tx1"/>
                </a:solidFill>
              </a:rPr>
              <a:t>prevContent</a:t>
            </a:r>
            <a:r>
              <a:rPr lang="en-US" dirty="0">
                <a:solidFill>
                  <a:schemeClr val="tx1"/>
                </a:solidFill>
              </a:rPr>
              <a:t>: list</a:t>
            </a:r>
          </a:p>
        </p:txBody>
      </p:sp>
      <p:cxnSp>
        <p:nvCxnSpPr>
          <p:cNvPr id="19" name="Straight Arrow Connector 18">
            <a:extLst>
              <a:ext uri="{FF2B5EF4-FFF2-40B4-BE49-F238E27FC236}">
                <a16:creationId xmlns:a16="http://schemas.microsoft.com/office/drawing/2014/main" id="{A9C8BA82-C4ED-F0A7-86AD-3C1706218B24}"/>
              </a:ext>
            </a:extLst>
          </p:cNvPr>
          <p:cNvCxnSpPr>
            <a:cxnSpLocks/>
          </p:cNvCxnSpPr>
          <p:nvPr/>
        </p:nvCxnSpPr>
        <p:spPr>
          <a:xfrm>
            <a:off x="9478518" y="4487322"/>
            <a:ext cx="506730" cy="0"/>
          </a:xfrm>
          <a:prstGeom prst="straightConnector1">
            <a:avLst/>
          </a:prstGeom>
          <a:ln w="2857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4FBA06CD-DF18-9CCF-6F88-80CE4BAA3B84}"/>
              </a:ext>
            </a:extLst>
          </p:cNvPr>
          <p:cNvSpPr/>
          <p:nvPr/>
        </p:nvSpPr>
        <p:spPr>
          <a:xfrm>
            <a:off x="141789" y="5452431"/>
            <a:ext cx="1970475" cy="9144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a:solidFill>
                  <a:schemeClr val="tx1"/>
                </a:solidFill>
              </a:rPr>
              <a:t>Editor</a:t>
            </a:r>
            <a:endParaRPr lang="en-US" dirty="0">
              <a:solidFill>
                <a:schemeClr val="tx1"/>
              </a:solidFill>
            </a:endParaRPr>
          </a:p>
          <a:p>
            <a:pPr algn="ctr"/>
            <a:r>
              <a:rPr lang="en-US" dirty="0">
                <a:solidFill>
                  <a:schemeClr val="tx1"/>
                </a:solidFill>
              </a:rPr>
              <a:t>content: string</a:t>
            </a:r>
          </a:p>
          <a:p>
            <a:pPr algn="ctr"/>
            <a:r>
              <a:rPr lang="en-US" dirty="0" err="1">
                <a:solidFill>
                  <a:schemeClr val="tx1"/>
                </a:solidFill>
              </a:rPr>
              <a:t>prevStates</a:t>
            </a:r>
            <a:r>
              <a:rPr lang="en-US" dirty="0">
                <a:solidFill>
                  <a:schemeClr val="tx1"/>
                </a:solidFill>
              </a:rPr>
              <a:t>: list</a:t>
            </a:r>
          </a:p>
        </p:txBody>
      </p:sp>
      <p:sp>
        <p:nvSpPr>
          <p:cNvPr id="8" name="Rectangle 7">
            <a:extLst>
              <a:ext uri="{FF2B5EF4-FFF2-40B4-BE49-F238E27FC236}">
                <a16:creationId xmlns:a16="http://schemas.microsoft.com/office/drawing/2014/main" id="{34A28265-4980-2907-A877-0EEF0FCF60C7}"/>
              </a:ext>
            </a:extLst>
          </p:cNvPr>
          <p:cNvSpPr/>
          <p:nvPr/>
        </p:nvSpPr>
        <p:spPr>
          <a:xfrm>
            <a:off x="2961598" y="5452431"/>
            <a:ext cx="1970475" cy="9144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err="1">
                <a:solidFill>
                  <a:schemeClr val="tx1"/>
                </a:solidFill>
              </a:rPr>
              <a:t>EditorState</a:t>
            </a:r>
            <a:endParaRPr lang="en-US" dirty="0">
              <a:solidFill>
                <a:schemeClr val="tx1"/>
              </a:solidFill>
            </a:endParaRPr>
          </a:p>
          <a:p>
            <a:pPr algn="ctr"/>
            <a:r>
              <a:rPr lang="en-US" dirty="0">
                <a:solidFill>
                  <a:schemeClr val="tx1"/>
                </a:solidFill>
              </a:rPr>
              <a:t>content: string</a:t>
            </a:r>
          </a:p>
        </p:txBody>
      </p:sp>
      <p:cxnSp>
        <p:nvCxnSpPr>
          <p:cNvPr id="12" name="Straight Arrow Connector 11">
            <a:extLst>
              <a:ext uri="{FF2B5EF4-FFF2-40B4-BE49-F238E27FC236}">
                <a16:creationId xmlns:a16="http://schemas.microsoft.com/office/drawing/2014/main" id="{04AB9F82-B8D5-4C50-7052-74C6B1FD8769}"/>
              </a:ext>
            </a:extLst>
          </p:cNvPr>
          <p:cNvCxnSpPr>
            <a:cxnSpLocks/>
          </p:cNvCxnSpPr>
          <p:nvPr/>
        </p:nvCxnSpPr>
        <p:spPr>
          <a:xfrm>
            <a:off x="2219431" y="5935942"/>
            <a:ext cx="612161"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FA34973A-E2E3-FF4B-B1B9-3F801DA3EDC2}"/>
              </a:ext>
            </a:extLst>
          </p:cNvPr>
          <p:cNvSpPr/>
          <p:nvPr/>
        </p:nvSpPr>
        <p:spPr>
          <a:xfrm>
            <a:off x="6805141" y="3916706"/>
            <a:ext cx="2565626" cy="1132258"/>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a:solidFill>
                  <a:schemeClr val="tx1"/>
                </a:solidFill>
              </a:rPr>
              <a:t>Editor</a:t>
            </a:r>
            <a:endParaRPr lang="en-US" dirty="0">
              <a:solidFill>
                <a:schemeClr val="tx1"/>
              </a:solidFill>
            </a:endParaRPr>
          </a:p>
          <a:p>
            <a:pPr algn="ctr"/>
            <a:r>
              <a:rPr lang="en-US" dirty="0">
                <a:solidFill>
                  <a:schemeClr val="tx1"/>
                </a:solidFill>
              </a:rPr>
              <a:t>content: string</a:t>
            </a:r>
          </a:p>
          <a:p>
            <a:pPr algn="ctr"/>
            <a:r>
              <a:rPr lang="en-US" dirty="0" err="1">
                <a:solidFill>
                  <a:schemeClr val="tx1"/>
                </a:solidFill>
              </a:rPr>
              <a:t>createState</a:t>
            </a:r>
            <a:r>
              <a:rPr lang="en-US" dirty="0">
                <a:solidFill>
                  <a:schemeClr val="tx1"/>
                </a:solidFill>
              </a:rPr>
              <a:t>():</a:t>
            </a:r>
          </a:p>
          <a:p>
            <a:pPr algn="ctr"/>
            <a:r>
              <a:rPr lang="en-US" dirty="0">
                <a:solidFill>
                  <a:schemeClr val="tx1"/>
                </a:solidFill>
              </a:rPr>
              <a:t>restore(state):</a:t>
            </a:r>
          </a:p>
        </p:txBody>
      </p:sp>
      <p:sp>
        <p:nvSpPr>
          <p:cNvPr id="22" name="Rectangle 21">
            <a:extLst>
              <a:ext uri="{FF2B5EF4-FFF2-40B4-BE49-F238E27FC236}">
                <a16:creationId xmlns:a16="http://schemas.microsoft.com/office/drawing/2014/main" id="{1AC4C302-A3A2-2812-EC0B-04D35718BAA5}"/>
              </a:ext>
            </a:extLst>
          </p:cNvPr>
          <p:cNvSpPr/>
          <p:nvPr/>
        </p:nvSpPr>
        <p:spPr>
          <a:xfrm>
            <a:off x="10079736" y="4025635"/>
            <a:ext cx="1970475" cy="9144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err="1">
                <a:solidFill>
                  <a:schemeClr val="tx1"/>
                </a:solidFill>
              </a:rPr>
              <a:t>EditorState</a:t>
            </a:r>
            <a:endParaRPr lang="en-US" dirty="0">
              <a:solidFill>
                <a:schemeClr val="tx1"/>
              </a:solidFill>
            </a:endParaRPr>
          </a:p>
          <a:p>
            <a:pPr algn="ctr"/>
            <a:r>
              <a:rPr lang="en-US" dirty="0">
                <a:solidFill>
                  <a:schemeClr val="tx1"/>
                </a:solidFill>
              </a:rPr>
              <a:t>content: string</a:t>
            </a:r>
          </a:p>
        </p:txBody>
      </p:sp>
      <p:sp>
        <p:nvSpPr>
          <p:cNvPr id="27" name="Rectangle 26">
            <a:extLst>
              <a:ext uri="{FF2B5EF4-FFF2-40B4-BE49-F238E27FC236}">
                <a16:creationId xmlns:a16="http://schemas.microsoft.com/office/drawing/2014/main" id="{B5F113CD-FB3C-0E6F-B2A2-AB6C0704E2C8}"/>
              </a:ext>
            </a:extLst>
          </p:cNvPr>
          <p:cNvSpPr/>
          <p:nvPr/>
        </p:nvSpPr>
        <p:spPr>
          <a:xfrm>
            <a:off x="7585032" y="5285232"/>
            <a:ext cx="2994576" cy="146304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a:solidFill>
                  <a:schemeClr val="tx1"/>
                </a:solidFill>
              </a:rPr>
              <a:t>History</a:t>
            </a:r>
            <a:endParaRPr lang="en-US" dirty="0">
              <a:solidFill>
                <a:schemeClr val="tx1"/>
              </a:solidFill>
            </a:endParaRPr>
          </a:p>
          <a:p>
            <a:pPr algn="ctr"/>
            <a:r>
              <a:rPr lang="en-US" dirty="0">
                <a:solidFill>
                  <a:schemeClr val="tx1"/>
                </a:solidFill>
              </a:rPr>
              <a:t>states: list</a:t>
            </a:r>
          </a:p>
          <a:p>
            <a:pPr algn="ctr"/>
            <a:r>
              <a:rPr lang="en-US" dirty="0">
                <a:solidFill>
                  <a:schemeClr val="tx1"/>
                </a:solidFill>
              </a:rPr>
              <a:t>editor: editor</a:t>
            </a:r>
          </a:p>
          <a:p>
            <a:pPr algn="ctr"/>
            <a:r>
              <a:rPr lang="en-US" dirty="0">
                <a:solidFill>
                  <a:schemeClr val="tx1"/>
                </a:solidFill>
              </a:rPr>
              <a:t>backup():</a:t>
            </a:r>
          </a:p>
          <a:p>
            <a:pPr algn="ctr"/>
            <a:r>
              <a:rPr lang="en-US" dirty="0">
                <a:solidFill>
                  <a:schemeClr val="tx1"/>
                </a:solidFill>
              </a:rPr>
              <a:t>undo():</a:t>
            </a:r>
          </a:p>
        </p:txBody>
      </p:sp>
      <p:cxnSp>
        <p:nvCxnSpPr>
          <p:cNvPr id="28" name="Straight Arrow Connector 27">
            <a:extLst>
              <a:ext uri="{FF2B5EF4-FFF2-40B4-BE49-F238E27FC236}">
                <a16:creationId xmlns:a16="http://schemas.microsoft.com/office/drawing/2014/main" id="{8780C035-942F-6291-90C8-4771377540C4}"/>
              </a:ext>
            </a:extLst>
          </p:cNvPr>
          <p:cNvCxnSpPr>
            <a:cxnSpLocks/>
          </p:cNvCxnSpPr>
          <p:nvPr/>
        </p:nvCxnSpPr>
        <p:spPr>
          <a:xfrm flipV="1">
            <a:off x="10706057" y="5048964"/>
            <a:ext cx="849334" cy="96778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43179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fade">
                                      <p:cBhvr>
                                        <p:cTn id="37" dur="500"/>
                                        <p:tgtEl>
                                          <p:spTgt spid="5"/>
                                        </p:tgtEl>
                                      </p:cBhvr>
                                    </p:animEffect>
                                  </p:childTnLst>
                                </p:cTn>
                              </p:par>
                              <p:par>
                                <p:cTn id="38" presetID="10" presetClass="entr" presetSubtype="0" fill="hold" nodeType="with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500"/>
                                        <p:tgtEl>
                                          <p:spTgt spid="12"/>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fade">
                                      <p:cBhvr>
                                        <p:cTn id="43" dur="500"/>
                                        <p:tgtEl>
                                          <p:spTgt spid="8"/>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3">
                                            <p:txEl>
                                              <p:pRg st="6" end="6"/>
                                            </p:txEl>
                                          </p:spTgt>
                                        </p:tgtEl>
                                        <p:attrNameLst>
                                          <p:attrName>style.visibility</p:attrName>
                                        </p:attrNameLst>
                                      </p:cBhvr>
                                      <p:to>
                                        <p:strVal val="visible"/>
                                      </p:to>
                                    </p:set>
                                    <p:animEffect transition="in" filter="fade">
                                      <p:cBhvr>
                                        <p:cTn id="48" dur="500"/>
                                        <p:tgtEl>
                                          <p:spTgt spid="3">
                                            <p:txEl>
                                              <p:pRg st="6" end="6"/>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3">
                                            <p:txEl>
                                              <p:pRg st="7" end="7"/>
                                            </p:txEl>
                                          </p:spTgt>
                                        </p:tgtEl>
                                        <p:attrNameLst>
                                          <p:attrName>style.visibility</p:attrName>
                                        </p:attrNameLst>
                                      </p:cBhvr>
                                      <p:to>
                                        <p:strVal val="visible"/>
                                      </p:to>
                                    </p:set>
                                    <p:animEffect transition="in" filter="fade">
                                      <p:cBhvr>
                                        <p:cTn id="53" dur="500"/>
                                        <p:tgtEl>
                                          <p:spTgt spid="3">
                                            <p:txEl>
                                              <p:pRg st="7" end="7"/>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3">
                                            <p:txEl>
                                              <p:pRg st="8" end="8"/>
                                            </p:txEl>
                                          </p:spTgt>
                                        </p:tgtEl>
                                        <p:attrNameLst>
                                          <p:attrName>style.visibility</p:attrName>
                                        </p:attrNameLst>
                                      </p:cBhvr>
                                      <p:to>
                                        <p:strVal val="visible"/>
                                      </p:to>
                                    </p:set>
                                    <p:animEffect transition="in" filter="fade">
                                      <p:cBhvr>
                                        <p:cTn id="58" dur="500"/>
                                        <p:tgtEl>
                                          <p:spTgt spid="3">
                                            <p:txEl>
                                              <p:pRg st="8" end="8"/>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0"/>
                                        </p:tgtEl>
                                        <p:attrNameLst>
                                          <p:attrName>style.visibility</p:attrName>
                                        </p:attrNameLst>
                                      </p:cBhvr>
                                      <p:to>
                                        <p:strVal val="visible"/>
                                      </p:to>
                                    </p:set>
                                    <p:animEffect transition="in" filter="fade">
                                      <p:cBhvr>
                                        <p:cTn id="63" dur="500"/>
                                        <p:tgtEl>
                                          <p:spTgt spid="20"/>
                                        </p:tgtEl>
                                      </p:cBhvr>
                                    </p:animEffect>
                                  </p:childTnLst>
                                </p:cTn>
                              </p:par>
                              <p:par>
                                <p:cTn id="64" presetID="10" presetClass="entr" presetSubtype="0" fill="hold" nodeType="withEffect">
                                  <p:stCondLst>
                                    <p:cond delay="0"/>
                                  </p:stCondLst>
                                  <p:childTnLst>
                                    <p:set>
                                      <p:cBhvr>
                                        <p:cTn id="65" dur="1" fill="hold">
                                          <p:stCondLst>
                                            <p:cond delay="0"/>
                                          </p:stCondLst>
                                        </p:cTn>
                                        <p:tgtEl>
                                          <p:spTgt spid="19"/>
                                        </p:tgtEl>
                                        <p:attrNameLst>
                                          <p:attrName>style.visibility</p:attrName>
                                        </p:attrNameLst>
                                      </p:cBhvr>
                                      <p:to>
                                        <p:strVal val="visible"/>
                                      </p:to>
                                    </p:set>
                                    <p:animEffect transition="in" filter="fade">
                                      <p:cBhvr>
                                        <p:cTn id="66" dur="500"/>
                                        <p:tgtEl>
                                          <p:spTgt spid="19"/>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2"/>
                                        </p:tgtEl>
                                        <p:attrNameLst>
                                          <p:attrName>style.visibility</p:attrName>
                                        </p:attrNameLst>
                                      </p:cBhvr>
                                      <p:to>
                                        <p:strVal val="visible"/>
                                      </p:to>
                                    </p:set>
                                    <p:animEffect transition="in" filter="fade">
                                      <p:cBhvr>
                                        <p:cTn id="69" dur="500"/>
                                        <p:tgtEl>
                                          <p:spTgt spid="22"/>
                                        </p:tgtEl>
                                      </p:cBhvr>
                                    </p:animEffect>
                                  </p:childTnLst>
                                </p:cTn>
                              </p:par>
                              <p:par>
                                <p:cTn id="70" presetID="10" presetClass="entr" presetSubtype="0" fill="hold" nodeType="withEffect">
                                  <p:stCondLst>
                                    <p:cond delay="0"/>
                                  </p:stCondLst>
                                  <p:childTnLst>
                                    <p:set>
                                      <p:cBhvr>
                                        <p:cTn id="71" dur="1" fill="hold">
                                          <p:stCondLst>
                                            <p:cond delay="0"/>
                                          </p:stCondLst>
                                        </p:cTn>
                                        <p:tgtEl>
                                          <p:spTgt spid="28"/>
                                        </p:tgtEl>
                                        <p:attrNameLst>
                                          <p:attrName>style.visibility</p:attrName>
                                        </p:attrNameLst>
                                      </p:cBhvr>
                                      <p:to>
                                        <p:strVal val="visible"/>
                                      </p:to>
                                    </p:set>
                                    <p:animEffect transition="in" filter="fade">
                                      <p:cBhvr>
                                        <p:cTn id="72" dur="500"/>
                                        <p:tgtEl>
                                          <p:spTgt spid="28"/>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7"/>
                                        </p:tgtEl>
                                        <p:attrNameLst>
                                          <p:attrName>style.visibility</p:attrName>
                                        </p:attrNameLst>
                                      </p:cBhvr>
                                      <p:to>
                                        <p:strVal val="visible"/>
                                      </p:to>
                                    </p:set>
                                    <p:animEffect transition="in" filter="fade">
                                      <p:cBhvr>
                                        <p:cTn id="75"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5" grpId="0" animBg="1"/>
      <p:bldP spid="8" grpId="0" animBg="1"/>
      <p:bldP spid="20" grpId="0" animBg="1"/>
      <p:bldP spid="22" grpId="0" animBg="1"/>
      <p:bldP spid="2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7F1BB7-D685-9E05-0E11-44A4D3315F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8BE5F2-D382-1AEF-3AE1-0FEBC413C252}"/>
              </a:ext>
            </a:extLst>
          </p:cNvPr>
          <p:cNvSpPr>
            <a:spLocks noGrp="1"/>
          </p:cNvSpPr>
          <p:nvPr>
            <p:ph type="title"/>
          </p:nvPr>
        </p:nvSpPr>
        <p:spPr>
          <a:xfrm>
            <a:off x="1" y="27432"/>
            <a:ext cx="10653578" cy="1132258"/>
          </a:xfrm>
        </p:spPr>
        <p:txBody>
          <a:bodyPr/>
          <a:lstStyle/>
          <a:p>
            <a:r>
              <a:rPr lang="en-US" dirty="0"/>
              <a:t>State Pattern</a:t>
            </a:r>
          </a:p>
        </p:txBody>
      </p:sp>
      <p:sp>
        <p:nvSpPr>
          <p:cNvPr id="3" name="Content Placeholder 2">
            <a:extLst>
              <a:ext uri="{FF2B5EF4-FFF2-40B4-BE49-F238E27FC236}">
                <a16:creationId xmlns:a16="http://schemas.microsoft.com/office/drawing/2014/main" id="{275DDD9B-6744-AC9D-F780-D55B14324ED3}"/>
              </a:ext>
            </a:extLst>
          </p:cNvPr>
          <p:cNvSpPr>
            <a:spLocks noGrp="1"/>
          </p:cNvSpPr>
          <p:nvPr>
            <p:ph idx="1"/>
          </p:nvPr>
        </p:nvSpPr>
        <p:spPr>
          <a:xfrm>
            <a:off x="0" y="548640"/>
            <a:ext cx="10653579" cy="4593828"/>
          </a:xfrm>
        </p:spPr>
        <p:txBody>
          <a:bodyPr>
            <a:normAutofit/>
          </a:bodyPr>
          <a:lstStyle/>
          <a:p>
            <a:r>
              <a:rPr lang="en-US" sz="1400" dirty="0">
                <a:highlight>
                  <a:srgbClr val="FFFF00"/>
                </a:highlight>
              </a:rPr>
              <a:t>Enables the ability for an object to take on different behaviors when changes are made to them</a:t>
            </a:r>
          </a:p>
          <a:p>
            <a:pPr lvl="1"/>
            <a:r>
              <a:rPr lang="en-US" sz="1200" dirty="0"/>
              <a:t>Think of it as an object taking on the roles of other objects depending on the behaviors it needs to perform</a:t>
            </a:r>
          </a:p>
          <a:p>
            <a:r>
              <a:rPr lang="en-US" sz="1400" dirty="0"/>
              <a:t>Application for writing blog posts</a:t>
            </a:r>
          </a:p>
          <a:p>
            <a:pPr lvl="1"/>
            <a:r>
              <a:rPr lang="en-US" sz="1400" dirty="0"/>
              <a:t>A blog post can be in either 1 of 3 states: Draft, Moderation, or Published</a:t>
            </a:r>
          </a:p>
          <a:p>
            <a:pPr lvl="2"/>
            <a:r>
              <a:rPr lang="en-US" sz="1200" dirty="0"/>
              <a:t>The “Document” class stores the current state of the blog post, with each state being representative as an individual class</a:t>
            </a:r>
          </a:p>
          <a:p>
            <a:pPr lvl="1"/>
            <a:r>
              <a:rPr lang="en-US" sz="1400" dirty="0"/>
              <a:t>The user can be in either 1 of 3 roles: Reader, Editor, and Admin</a:t>
            </a:r>
          </a:p>
          <a:p>
            <a:pPr lvl="2"/>
            <a:r>
              <a:rPr lang="en-US" sz="1200" dirty="0"/>
              <a:t>The user role will be used to decide on the current state of the blog post</a:t>
            </a:r>
          </a:p>
          <a:p>
            <a:pPr lvl="2"/>
            <a:r>
              <a:rPr lang="en-US" sz="1200" dirty="0"/>
              <a:t>For example, if the user has a role of “Admin”, then they’re able to </a:t>
            </a:r>
            <a:r>
              <a:rPr lang="en-US" sz="1200" i="1" dirty="0"/>
              <a:t>publish</a:t>
            </a:r>
            <a:r>
              <a:rPr lang="en-US" sz="1200" dirty="0"/>
              <a:t> the blog post</a:t>
            </a:r>
          </a:p>
        </p:txBody>
      </p:sp>
      <p:cxnSp>
        <p:nvCxnSpPr>
          <p:cNvPr id="13" name="Straight Arrow Connector 12">
            <a:extLst>
              <a:ext uri="{FF2B5EF4-FFF2-40B4-BE49-F238E27FC236}">
                <a16:creationId xmlns:a16="http://schemas.microsoft.com/office/drawing/2014/main" id="{2454B1B9-7DA5-BD8D-AD68-211F6A6D801A}"/>
              </a:ext>
            </a:extLst>
          </p:cNvPr>
          <p:cNvCxnSpPr>
            <a:cxnSpLocks/>
          </p:cNvCxnSpPr>
          <p:nvPr/>
        </p:nvCxnSpPr>
        <p:spPr>
          <a:xfrm flipV="1">
            <a:off x="4187952" y="4229386"/>
            <a:ext cx="1239273" cy="81810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70225052-7B9A-1E65-9172-6271A2809F30}"/>
              </a:ext>
            </a:extLst>
          </p:cNvPr>
          <p:cNvSpPr/>
          <p:nvPr/>
        </p:nvSpPr>
        <p:spPr>
          <a:xfrm>
            <a:off x="3983576" y="3201886"/>
            <a:ext cx="2887298" cy="9144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a:solidFill>
                  <a:schemeClr val="tx1"/>
                </a:solidFill>
              </a:rPr>
              <a:t>State (interface)</a:t>
            </a:r>
            <a:endParaRPr lang="en-US" dirty="0">
              <a:solidFill>
                <a:schemeClr val="tx1"/>
              </a:solidFill>
            </a:endParaRPr>
          </a:p>
          <a:p>
            <a:pPr algn="ctr"/>
            <a:r>
              <a:rPr lang="en-US" dirty="0" err="1">
                <a:solidFill>
                  <a:schemeClr val="tx1"/>
                </a:solidFill>
              </a:rPr>
              <a:t>workBlog</a:t>
            </a:r>
            <a:r>
              <a:rPr lang="en-US" dirty="0">
                <a:solidFill>
                  <a:schemeClr val="tx1"/>
                </a:solidFill>
              </a:rPr>
              <a:t>():</a:t>
            </a:r>
          </a:p>
        </p:txBody>
      </p:sp>
      <p:sp>
        <p:nvSpPr>
          <p:cNvPr id="6" name="Rectangle 5">
            <a:extLst>
              <a:ext uri="{FF2B5EF4-FFF2-40B4-BE49-F238E27FC236}">
                <a16:creationId xmlns:a16="http://schemas.microsoft.com/office/drawing/2014/main" id="{4A086BC9-8DED-251F-F22C-459743C0CA02}"/>
              </a:ext>
            </a:extLst>
          </p:cNvPr>
          <p:cNvSpPr/>
          <p:nvPr/>
        </p:nvSpPr>
        <p:spPr>
          <a:xfrm>
            <a:off x="2965544" y="5142468"/>
            <a:ext cx="2173384" cy="9144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err="1">
                <a:solidFill>
                  <a:schemeClr val="tx1"/>
                </a:solidFill>
              </a:rPr>
              <a:t>DraftState</a:t>
            </a:r>
            <a:endParaRPr lang="en-US" dirty="0">
              <a:solidFill>
                <a:schemeClr val="tx1"/>
              </a:solidFill>
            </a:endParaRPr>
          </a:p>
          <a:p>
            <a:pPr algn="ctr"/>
            <a:r>
              <a:rPr lang="en-US" dirty="0" err="1">
                <a:solidFill>
                  <a:schemeClr val="tx1"/>
                </a:solidFill>
              </a:rPr>
              <a:t>workBlog</a:t>
            </a:r>
            <a:r>
              <a:rPr lang="en-US" dirty="0">
                <a:solidFill>
                  <a:schemeClr val="tx1"/>
                </a:solidFill>
              </a:rPr>
              <a:t>():</a:t>
            </a:r>
          </a:p>
        </p:txBody>
      </p:sp>
      <p:sp>
        <p:nvSpPr>
          <p:cNvPr id="10" name="Rectangle 9">
            <a:extLst>
              <a:ext uri="{FF2B5EF4-FFF2-40B4-BE49-F238E27FC236}">
                <a16:creationId xmlns:a16="http://schemas.microsoft.com/office/drawing/2014/main" id="{4F475120-E3C6-D2A8-DFA0-2D98A665CFCA}"/>
              </a:ext>
            </a:extLst>
          </p:cNvPr>
          <p:cNvSpPr/>
          <p:nvPr/>
        </p:nvSpPr>
        <p:spPr>
          <a:xfrm>
            <a:off x="5427225" y="5142468"/>
            <a:ext cx="2173384" cy="9144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err="1">
                <a:solidFill>
                  <a:schemeClr val="tx1"/>
                </a:solidFill>
              </a:rPr>
              <a:t>ModerationState</a:t>
            </a:r>
            <a:endParaRPr lang="en-US" dirty="0">
              <a:solidFill>
                <a:schemeClr val="tx1"/>
              </a:solidFill>
            </a:endParaRPr>
          </a:p>
          <a:p>
            <a:pPr algn="ctr"/>
            <a:r>
              <a:rPr lang="en-US" dirty="0" err="1">
                <a:solidFill>
                  <a:schemeClr val="tx1"/>
                </a:solidFill>
              </a:rPr>
              <a:t>workBlog</a:t>
            </a:r>
            <a:r>
              <a:rPr lang="en-US" dirty="0">
                <a:solidFill>
                  <a:schemeClr val="tx1"/>
                </a:solidFill>
              </a:rPr>
              <a:t>():</a:t>
            </a:r>
          </a:p>
        </p:txBody>
      </p:sp>
      <p:sp>
        <p:nvSpPr>
          <p:cNvPr id="12" name="Rectangle 11">
            <a:extLst>
              <a:ext uri="{FF2B5EF4-FFF2-40B4-BE49-F238E27FC236}">
                <a16:creationId xmlns:a16="http://schemas.microsoft.com/office/drawing/2014/main" id="{D9C65020-BA30-7A2A-D996-C2FF2DFB0C93}"/>
              </a:ext>
            </a:extLst>
          </p:cNvPr>
          <p:cNvSpPr/>
          <p:nvPr/>
        </p:nvSpPr>
        <p:spPr>
          <a:xfrm>
            <a:off x="7888906" y="5142468"/>
            <a:ext cx="2173384" cy="9144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err="1">
                <a:solidFill>
                  <a:schemeClr val="tx1"/>
                </a:solidFill>
              </a:rPr>
              <a:t>PublishedState</a:t>
            </a:r>
            <a:endParaRPr lang="en-US" dirty="0">
              <a:solidFill>
                <a:schemeClr val="tx1"/>
              </a:solidFill>
            </a:endParaRPr>
          </a:p>
          <a:p>
            <a:pPr algn="ctr"/>
            <a:r>
              <a:rPr lang="en-US" dirty="0" err="1">
                <a:solidFill>
                  <a:schemeClr val="tx1"/>
                </a:solidFill>
              </a:rPr>
              <a:t>workBlog</a:t>
            </a:r>
            <a:r>
              <a:rPr lang="en-US" dirty="0">
                <a:solidFill>
                  <a:schemeClr val="tx1"/>
                </a:solidFill>
              </a:rPr>
              <a:t>():</a:t>
            </a:r>
          </a:p>
        </p:txBody>
      </p:sp>
      <p:cxnSp>
        <p:nvCxnSpPr>
          <p:cNvPr id="17" name="Straight Arrow Connector 16">
            <a:extLst>
              <a:ext uri="{FF2B5EF4-FFF2-40B4-BE49-F238E27FC236}">
                <a16:creationId xmlns:a16="http://schemas.microsoft.com/office/drawing/2014/main" id="{F0461AE7-9F52-D29F-1B90-BE35055BB0FF}"/>
              </a:ext>
            </a:extLst>
          </p:cNvPr>
          <p:cNvCxnSpPr>
            <a:cxnSpLocks/>
          </p:cNvCxnSpPr>
          <p:nvPr/>
        </p:nvCxnSpPr>
        <p:spPr>
          <a:xfrm flipH="1" flipV="1">
            <a:off x="5897880" y="4201823"/>
            <a:ext cx="411480" cy="84566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E7C39014-A324-1C73-CD7E-A980ACC10C15}"/>
              </a:ext>
            </a:extLst>
          </p:cNvPr>
          <p:cNvCxnSpPr>
            <a:cxnSpLocks/>
          </p:cNvCxnSpPr>
          <p:nvPr/>
        </p:nvCxnSpPr>
        <p:spPr>
          <a:xfrm flipH="1" flipV="1">
            <a:off x="6620256" y="4247507"/>
            <a:ext cx="2209800" cy="79998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BDD9B3C3-16B9-BBF5-D41A-642B8EC57475}"/>
              </a:ext>
            </a:extLst>
          </p:cNvPr>
          <p:cNvSpPr/>
          <p:nvPr/>
        </p:nvSpPr>
        <p:spPr>
          <a:xfrm>
            <a:off x="8695944" y="3115249"/>
            <a:ext cx="3154680" cy="1132258"/>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a:solidFill>
                  <a:schemeClr val="tx1"/>
                </a:solidFill>
              </a:rPr>
              <a:t>Document</a:t>
            </a:r>
            <a:endParaRPr lang="en-US" dirty="0">
              <a:solidFill>
                <a:schemeClr val="tx1"/>
              </a:solidFill>
            </a:endParaRPr>
          </a:p>
          <a:p>
            <a:pPr algn="ctr"/>
            <a:r>
              <a:rPr lang="en-US" dirty="0" err="1">
                <a:solidFill>
                  <a:schemeClr val="tx1"/>
                </a:solidFill>
              </a:rPr>
              <a:t>determineState</a:t>
            </a:r>
            <a:r>
              <a:rPr lang="en-US" dirty="0">
                <a:solidFill>
                  <a:schemeClr val="tx1"/>
                </a:solidFill>
              </a:rPr>
              <a:t>(state):</a:t>
            </a:r>
          </a:p>
          <a:p>
            <a:pPr algn="ctr"/>
            <a:r>
              <a:rPr lang="en-US" dirty="0" err="1">
                <a:solidFill>
                  <a:schemeClr val="tx1"/>
                </a:solidFill>
              </a:rPr>
              <a:t>blogContext</a:t>
            </a:r>
            <a:r>
              <a:rPr lang="en-US" dirty="0">
                <a:solidFill>
                  <a:schemeClr val="tx1"/>
                </a:solidFill>
              </a:rPr>
              <a:t>(state):</a:t>
            </a:r>
          </a:p>
          <a:p>
            <a:pPr algn="ctr"/>
            <a:endParaRPr lang="en-US" dirty="0">
              <a:solidFill>
                <a:schemeClr val="tx1"/>
              </a:solidFill>
            </a:endParaRPr>
          </a:p>
        </p:txBody>
      </p:sp>
      <p:cxnSp>
        <p:nvCxnSpPr>
          <p:cNvPr id="27" name="Straight Arrow Connector 26">
            <a:extLst>
              <a:ext uri="{FF2B5EF4-FFF2-40B4-BE49-F238E27FC236}">
                <a16:creationId xmlns:a16="http://schemas.microsoft.com/office/drawing/2014/main" id="{1085C9A5-6BDE-EAD3-6486-3B246169FEDB}"/>
              </a:ext>
            </a:extLst>
          </p:cNvPr>
          <p:cNvCxnSpPr>
            <a:cxnSpLocks/>
          </p:cNvCxnSpPr>
          <p:nvPr/>
        </p:nvCxnSpPr>
        <p:spPr>
          <a:xfrm flipH="1">
            <a:off x="7059168" y="3564071"/>
            <a:ext cx="1472184"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31319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500"/>
                                        <p:tgtEl>
                                          <p:spTgt spid="2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5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2"/>
                                        </p:tgtEl>
                                        <p:attrNameLst>
                                          <p:attrName>style.visibility</p:attrName>
                                        </p:attrNameLst>
                                      </p:cBhvr>
                                      <p:to>
                                        <p:strVal val="visible"/>
                                      </p:to>
                                    </p:set>
                                    <p:animEffect transition="in" filter="fade">
                                      <p:cBhvr>
                                        <p:cTn id="40" dur="500"/>
                                        <p:tgtEl>
                                          <p:spTgt spid="22"/>
                                        </p:tgtEl>
                                      </p:cBhvr>
                                    </p:animEffect>
                                  </p:childTnLst>
                                </p:cTn>
                              </p:par>
                              <p:par>
                                <p:cTn id="41" presetID="10" presetClass="entr" presetSubtype="0" fill="hold" nodeType="with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500"/>
                                        <p:tgtEl>
                                          <p:spTgt spid="1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6"/>
                                        </p:tgtEl>
                                        <p:attrNameLst>
                                          <p:attrName>style.visibility</p:attrName>
                                        </p:attrNameLst>
                                      </p:cBhvr>
                                      <p:to>
                                        <p:strVal val="visible"/>
                                      </p:to>
                                    </p:set>
                                    <p:animEffect transition="in" filter="fade">
                                      <p:cBhvr>
                                        <p:cTn id="46" dur="500"/>
                                        <p:tgtEl>
                                          <p:spTgt spid="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fade">
                                      <p:cBhvr>
                                        <p:cTn id="49" dur="500"/>
                                        <p:tgtEl>
                                          <p:spTgt spid="10"/>
                                        </p:tgtEl>
                                      </p:cBhvr>
                                    </p:animEffect>
                                  </p:childTnLst>
                                </p:cTn>
                              </p:par>
                              <p:par>
                                <p:cTn id="50" presetID="10" presetClass="entr" presetSubtype="0" fill="hold" nodeType="with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childTnLst>
                                </p:cTn>
                              </p:par>
                              <p:par>
                                <p:cTn id="53" presetID="10" presetClass="entr" presetSubtype="0" fill="hold"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500"/>
                                        <p:tgtEl>
                                          <p:spTgt spid="21"/>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2"/>
                                        </p:tgtEl>
                                        <p:attrNameLst>
                                          <p:attrName>style.visibility</p:attrName>
                                        </p:attrNameLst>
                                      </p:cBhvr>
                                      <p:to>
                                        <p:strVal val="visible"/>
                                      </p:to>
                                    </p:set>
                                    <p:animEffect transition="in" filter="fade">
                                      <p:cBhvr>
                                        <p:cTn id="58" dur="500"/>
                                        <p:tgtEl>
                                          <p:spTgt spid="12"/>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3">
                                            <p:txEl>
                                              <p:pRg st="7" end="7"/>
                                            </p:txEl>
                                          </p:spTgt>
                                        </p:tgtEl>
                                        <p:attrNameLst>
                                          <p:attrName>style.visibility</p:attrName>
                                        </p:attrNameLst>
                                      </p:cBhvr>
                                      <p:to>
                                        <p:strVal val="visible"/>
                                      </p:to>
                                    </p:set>
                                    <p:animEffect transition="in" filter="fade">
                                      <p:cBhvr>
                                        <p:cTn id="63"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6" grpId="0" animBg="1"/>
      <p:bldP spid="10" grpId="0" animBg="1"/>
      <p:bldP spid="12" grpId="0" animBg="1"/>
      <p:bldP spid="2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DB3E47-9548-CFB3-31CD-071AD97BF4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C8B7FF-B7A5-A1C8-EC6E-C434B6B81433}"/>
              </a:ext>
            </a:extLst>
          </p:cNvPr>
          <p:cNvSpPr>
            <a:spLocks noGrp="1"/>
          </p:cNvSpPr>
          <p:nvPr>
            <p:ph type="title"/>
          </p:nvPr>
        </p:nvSpPr>
        <p:spPr>
          <a:xfrm>
            <a:off x="1" y="27432"/>
            <a:ext cx="10653578" cy="1132258"/>
          </a:xfrm>
        </p:spPr>
        <p:txBody>
          <a:bodyPr/>
          <a:lstStyle/>
          <a:p>
            <a:r>
              <a:rPr lang="en-US" dirty="0"/>
              <a:t>Strategy Pattern</a:t>
            </a:r>
          </a:p>
        </p:txBody>
      </p:sp>
      <p:sp>
        <p:nvSpPr>
          <p:cNvPr id="3" name="Content Placeholder 2">
            <a:extLst>
              <a:ext uri="{FF2B5EF4-FFF2-40B4-BE49-F238E27FC236}">
                <a16:creationId xmlns:a16="http://schemas.microsoft.com/office/drawing/2014/main" id="{7BA4295B-B93F-284D-32FD-E0BAD34094CB}"/>
              </a:ext>
            </a:extLst>
          </p:cNvPr>
          <p:cNvSpPr>
            <a:spLocks noGrp="1"/>
          </p:cNvSpPr>
          <p:nvPr>
            <p:ph idx="1"/>
          </p:nvPr>
        </p:nvSpPr>
        <p:spPr>
          <a:xfrm>
            <a:off x="0" y="548640"/>
            <a:ext cx="10653579" cy="4593828"/>
          </a:xfrm>
        </p:spPr>
        <p:txBody>
          <a:bodyPr>
            <a:normAutofit/>
          </a:bodyPr>
          <a:lstStyle/>
          <a:p>
            <a:r>
              <a:rPr lang="en-US" sz="1400" dirty="0">
                <a:highlight>
                  <a:srgbClr val="FFFF00"/>
                </a:highlight>
              </a:rPr>
              <a:t>Used to pass behaviors of various objects onto a single object, where the behaviors passed are separate from the behaviors defined inside those objects</a:t>
            </a:r>
          </a:p>
          <a:p>
            <a:pPr lvl="1"/>
            <a:r>
              <a:rPr lang="en-US" sz="1200" dirty="0"/>
              <a:t>Think of it as an object taking on the roles of other objects depending on the behaviors it needs to perform</a:t>
            </a:r>
          </a:p>
          <a:p>
            <a:r>
              <a:rPr lang="en-US" sz="1400" dirty="0"/>
              <a:t>Application for storing video files</a:t>
            </a:r>
          </a:p>
          <a:p>
            <a:pPr lvl="1"/>
            <a:r>
              <a:rPr lang="en-US" sz="1400" dirty="0"/>
              <a:t>In order for a video file to be stored, it needs to be compressed into a MOV, MP4, etc. type of file, as well as overlayed</a:t>
            </a:r>
          </a:p>
          <a:p>
            <a:pPr lvl="2"/>
            <a:r>
              <a:rPr lang="en-US" sz="1200" dirty="0"/>
              <a:t>The “</a:t>
            </a:r>
            <a:r>
              <a:rPr lang="en-US" sz="1200" dirty="0" err="1"/>
              <a:t>VideoStorage</a:t>
            </a:r>
            <a:r>
              <a:rPr lang="en-US" sz="1200" dirty="0"/>
              <a:t>” class stores a given video based on the way it was compressed and overlayed</a:t>
            </a:r>
          </a:p>
          <a:p>
            <a:pPr lvl="1"/>
            <a:r>
              <a:rPr lang="en-US" sz="1400" dirty="0"/>
              <a:t>In essence, the “</a:t>
            </a:r>
            <a:r>
              <a:rPr lang="en-US" sz="1400" dirty="0" err="1"/>
              <a:t>VideoStorage</a:t>
            </a:r>
            <a:r>
              <a:rPr lang="en-US" sz="1400" dirty="0"/>
              <a:t>” class determines what kind of </a:t>
            </a:r>
            <a:r>
              <a:rPr lang="en-US" sz="1400" i="1" dirty="0"/>
              <a:t>behaviors</a:t>
            </a:r>
            <a:r>
              <a:rPr lang="en-US" sz="1400" dirty="0"/>
              <a:t> a given video should have (e.g. the type of compression, the way it’s overlayed, etc.)</a:t>
            </a:r>
          </a:p>
          <a:p>
            <a:pPr lvl="2"/>
            <a:r>
              <a:rPr lang="en-US" sz="1200" dirty="0"/>
              <a:t>The specific “compressor”</a:t>
            </a:r>
            <a:r>
              <a:rPr lang="en-US" sz="1200" i="1" dirty="0"/>
              <a:t> </a:t>
            </a:r>
            <a:r>
              <a:rPr lang="en-US" sz="1200" dirty="0"/>
              <a:t>and “overlay” classes define the </a:t>
            </a:r>
            <a:r>
              <a:rPr lang="en-US" sz="1200" i="1" dirty="0"/>
              <a:t>behaviors</a:t>
            </a:r>
            <a:r>
              <a:rPr lang="en-US" sz="1200" dirty="0"/>
              <a:t> that get passed to the “</a:t>
            </a:r>
            <a:r>
              <a:rPr lang="en-US" sz="1200" dirty="0" err="1"/>
              <a:t>VideoStorage</a:t>
            </a:r>
            <a:r>
              <a:rPr lang="en-US" sz="1200" dirty="0"/>
              <a:t>” class </a:t>
            </a:r>
          </a:p>
        </p:txBody>
      </p:sp>
      <p:sp>
        <p:nvSpPr>
          <p:cNvPr id="10" name="Rectangle 9">
            <a:extLst>
              <a:ext uri="{FF2B5EF4-FFF2-40B4-BE49-F238E27FC236}">
                <a16:creationId xmlns:a16="http://schemas.microsoft.com/office/drawing/2014/main" id="{7EBE9DA2-7836-35E3-C3BF-B8076C75A8A3}"/>
              </a:ext>
            </a:extLst>
          </p:cNvPr>
          <p:cNvSpPr/>
          <p:nvPr/>
        </p:nvSpPr>
        <p:spPr>
          <a:xfrm>
            <a:off x="5726455" y="3370594"/>
            <a:ext cx="2726333" cy="876062"/>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a:solidFill>
                  <a:schemeClr val="tx1"/>
                </a:solidFill>
              </a:rPr>
              <a:t>Compressor (interface)</a:t>
            </a:r>
            <a:endParaRPr lang="en-US" dirty="0">
              <a:solidFill>
                <a:schemeClr val="tx1"/>
              </a:solidFill>
            </a:endParaRPr>
          </a:p>
          <a:p>
            <a:pPr algn="ctr"/>
            <a:r>
              <a:rPr lang="en-US" dirty="0">
                <a:solidFill>
                  <a:schemeClr val="tx1"/>
                </a:solidFill>
              </a:rPr>
              <a:t>compress():</a:t>
            </a:r>
          </a:p>
        </p:txBody>
      </p:sp>
      <p:cxnSp>
        <p:nvCxnSpPr>
          <p:cNvPr id="17" name="Straight Arrow Connector 16">
            <a:extLst>
              <a:ext uri="{FF2B5EF4-FFF2-40B4-BE49-F238E27FC236}">
                <a16:creationId xmlns:a16="http://schemas.microsoft.com/office/drawing/2014/main" id="{4F94C592-AA64-2EDA-3B68-94FCA06C2D6D}"/>
              </a:ext>
            </a:extLst>
          </p:cNvPr>
          <p:cNvCxnSpPr>
            <a:cxnSpLocks/>
          </p:cNvCxnSpPr>
          <p:nvPr/>
        </p:nvCxnSpPr>
        <p:spPr>
          <a:xfrm>
            <a:off x="4206240" y="3854799"/>
            <a:ext cx="1389888"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F10C1885-1437-FE9C-592A-71BA072C265F}"/>
              </a:ext>
            </a:extLst>
          </p:cNvPr>
          <p:cNvSpPr/>
          <p:nvPr/>
        </p:nvSpPr>
        <p:spPr>
          <a:xfrm>
            <a:off x="205058" y="3465575"/>
            <a:ext cx="3854878" cy="1581912"/>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err="1">
                <a:solidFill>
                  <a:schemeClr val="tx1"/>
                </a:solidFill>
              </a:rPr>
              <a:t>VideoStorage</a:t>
            </a:r>
            <a:endParaRPr lang="en-US" dirty="0">
              <a:solidFill>
                <a:schemeClr val="tx1"/>
              </a:solidFill>
            </a:endParaRPr>
          </a:p>
          <a:p>
            <a:pPr algn="ctr"/>
            <a:r>
              <a:rPr lang="en-US" dirty="0">
                <a:solidFill>
                  <a:schemeClr val="tx1"/>
                </a:solidFill>
              </a:rPr>
              <a:t>compressor:</a:t>
            </a:r>
          </a:p>
          <a:p>
            <a:pPr algn="ctr"/>
            <a:r>
              <a:rPr lang="en-US" dirty="0">
                <a:solidFill>
                  <a:schemeClr val="tx1"/>
                </a:solidFill>
              </a:rPr>
              <a:t>overlay:</a:t>
            </a:r>
          </a:p>
          <a:p>
            <a:pPr algn="ctr"/>
            <a:r>
              <a:rPr lang="en-US" dirty="0" err="1">
                <a:solidFill>
                  <a:schemeClr val="tx1"/>
                </a:solidFill>
              </a:rPr>
              <a:t>storageState</a:t>
            </a:r>
            <a:r>
              <a:rPr lang="en-US" dirty="0">
                <a:solidFill>
                  <a:schemeClr val="tx1"/>
                </a:solidFill>
              </a:rPr>
              <a:t>():</a:t>
            </a:r>
          </a:p>
          <a:p>
            <a:pPr algn="ctr"/>
            <a:endParaRPr lang="en-US" dirty="0">
              <a:solidFill>
                <a:schemeClr val="tx1"/>
              </a:solidFill>
            </a:endParaRPr>
          </a:p>
        </p:txBody>
      </p:sp>
      <p:sp>
        <p:nvSpPr>
          <p:cNvPr id="8" name="Rectangle 7">
            <a:extLst>
              <a:ext uri="{FF2B5EF4-FFF2-40B4-BE49-F238E27FC236}">
                <a16:creationId xmlns:a16="http://schemas.microsoft.com/office/drawing/2014/main" id="{CA2325BC-41BD-F924-428B-C33B028DE441}"/>
              </a:ext>
            </a:extLst>
          </p:cNvPr>
          <p:cNvSpPr/>
          <p:nvPr/>
        </p:nvSpPr>
        <p:spPr>
          <a:xfrm>
            <a:off x="9169407" y="2845554"/>
            <a:ext cx="2665476" cy="783714"/>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a:solidFill>
                  <a:schemeClr val="tx1"/>
                </a:solidFill>
              </a:rPr>
              <a:t>CompressorMP4</a:t>
            </a:r>
            <a:endParaRPr lang="en-US" dirty="0">
              <a:solidFill>
                <a:schemeClr val="tx1"/>
              </a:solidFill>
            </a:endParaRPr>
          </a:p>
          <a:p>
            <a:pPr algn="ctr"/>
            <a:r>
              <a:rPr lang="en-US" dirty="0">
                <a:solidFill>
                  <a:schemeClr val="tx1"/>
                </a:solidFill>
              </a:rPr>
              <a:t>compress():</a:t>
            </a:r>
          </a:p>
        </p:txBody>
      </p:sp>
      <p:sp>
        <p:nvSpPr>
          <p:cNvPr id="11" name="Rectangle 10">
            <a:extLst>
              <a:ext uri="{FF2B5EF4-FFF2-40B4-BE49-F238E27FC236}">
                <a16:creationId xmlns:a16="http://schemas.microsoft.com/office/drawing/2014/main" id="{CF4258E9-0221-E24C-5E7D-577BADA68257}"/>
              </a:ext>
            </a:extLst>
          </p:cNvPr>
          <p:cNvSpPr/>
          <p:nvPr/>
        </p:nvSpPr>
        <p:spPr>
          <a:xfrm>
            <a:off x="9169407" y="3994011"/>
            <a:ext cx="2665476" cy="783714"/>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err="1">
                <a:solidFill>
                  <a:schemeClr val="tx1"/>
                </a:solidFill>
              </a:rPr>
              <a:t>CompressorMOV</a:t>
            </a:r>
            <a:endParaRPr lang="en-US" dirty="0">
              <a:solidFill>
                <a:schemeClr val="tx1"/>
              </a:solidFill>
            </a:endParaRPr>
          </a:p>
          <a:p>
            <a:pPr algn="ctr"/>
            <a:r>
              <a:rPr lang="en-US" dirty="0">
                <a:solidFill>
                  <a:schemeClr val="tx1"/>
                </a:solidFill>
              </a:rPr>
              <a:t>compress():</a:t>
            </a:r>
          </a:p>
        </p:txBody>
      </p:sp>
      <p:cxnSp>
        <p:nvCxnSpPr>
          <p:cNvPr id="14" name="Straight Arrow Connector 13">
            <a:extLst>
              <a:ext uri="{FF2B5EF4-FFF2-40B4-BE49-F238E27FC236}">
                <a16:creationId xmlns:a16="http://schemas.microsoft.com/office/drawing/2014/main" id="{F4BE3E0E-C3AA-61C1-9A1A-72828B60F0F0}"/>
              </a:ext>
            </a:extLst>
          </p:cNvPr>
          <p:cNvCxnSpPr>
            <a:cxnSpLocks/>
          </p:cNvCxnSpPr>
          <p:nvPr/>
        </p:nvCxnSpPr>
        <p:spPr>
          <a:xfrm flipH="1">
            <a:off x="8619128" y="3370594"/>
            <a:ext cx="420188" cy="27188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1B0D8475-46D8-8EC5-EA02-6A3049FA9548}"/>
              </a:ext>
            </a:extLst>
          </p:cNvPr>
          <p:cNvCxnSpPr>
            <a:cxnSpLocks/>
          </p:cNvCxnSpPr>
          <p:nvPr/>
        </p:nvCxnSpPr>
        <p:spPr>
          <a:xfrm flipH="1" flipV="1">
            <a:off x="8582879" y="4088855"/>
            <a:ext cx="467629" cy="24477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85C868FF-C778-921A-32B2-77BA2EFAF19C}"/>
              </a:ext>
            </a:extLst>
          </p:cNvPr>
          <p:cNvSpPr/>
          <p:nvPr/>
        </p:nvSpPr>
        <p:spPr>
          <a:xfrm>
            <a:off x="5726455" y="4968654"/>
            <a:ext cx="2665215" cy="783714"/>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a:solidFill>
                  <a:schemeClr val="tx1"/>
                </a:solidFill>
              </a:rPr>
              <a:t>Overlay (interface)</a:t>
            </a:r>
            <a:endParaRPr lang="en-US" dirty="0">
              <a:solidFill>
                <a:schemeClr val="tx1"/>
              </a:solidFill>
            </a:endParaRPr>
          </a:p>
          <a:p>
            <a:pPr algn="ctr"/>
            <a:r>
              <a:rPr lang="en-US" dirty="0">
                <a:solidFill>
                  <a:schemeClr val="tx1"/>
                </a:solidFill>
              </a:rPr>
              <a:t>apply():</a:t>
            </a:r>
          </a:p>
        </p:txBody>
      </p:sp>
      <p:cxnSp>
        <p:nvCxnSpPr>
          <p:cNvPr id="28" name="Straight Arrow Connector 27">
            <a:extLst>
              <a:ext uri="{FF2B5EF4-FFF2-40B4-BE49-F238E27FC236}">
                <a16:creationId xmlns:a16="http://schemas.microsoft.com/office/drawing/2014/main" id="{041A8908-924C-EB59-2A62-F921AC8BEA83}"/>
              </a:ext>
            </a:extLst>
          </p:cNvPr>
          <p:cNvCxnSpPr>
            <a:cxnSpLocks/>
          </p:cNvCxnSpPr>
          <p:nvPr/>
        </p:nvCxnSpPr>
        <p:spPr>
          <a:xfrm>
            <a:off x="4206240" y="4246656"/>
            <a:ext cx="1389888" cy="110471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CD78DDCB-E432-14F1-DEB3-8E123906E16F}"/>
              </a:ext>
            </a:extLst>
          </p:cNvPr>
          <p:cNvSpPr/>
          <p:nvPr/>
        </p:nvSpPr>
        <p:spPr>
          <a:xfrm>
            <a:off x="9169407" y="5525646"/>
            <a:ext cx="2665476" cy="783714"/>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err="1">
                <a:solidFill>
                  <a:schemeClr val="tx1"/>
                </a:solidFill>
              </a:rPr>
              <a:t>OverlayBlur</a:t>
            </a:r>
            <a:endParaRPr lang="en-US" dirty="0">
              <a:solidFill>
                <a:schemeClr val="tx1"/>
              </a:solidFill>
            </a:endParaRPr>
          </a:p>
          <a:p>
            <a:pPr algn="ctr"/>
            <a:r>
              <a:rPr lang="en-US" dirty="0">
                <a:solidFill>
                  <a:schemeClr val="tx1"/>
                </a:solidFill>
              </a:rPr>
              <a:t>apply():</a:t>
            </a:r>
          </a:p>
        </p:txBody>
      </p:sp>
      <p:cxnSp>
        <p:nvCxnSpPr>
          <p:cNvPr id="32" name="Straight Arrow Connector 31">
            <a:extLst>
              <a:ext uri="{FF2B5EF4-FFF2-40B4-BE49-F238E27FC236}">
                <a16:creationId xmlns:a16="http://schemas.microsoft.com/office/drawing/2014/main" id="{43AFD533-F15E-6E6D-809B-32038BA5AC23}"/>
              </a:ext>
            </a:extLst>
          </p:cNvPr>
          <p:cNvCxnSpPr>
            <a:cxnSpLocks/>
          </p:cNvCxnSpPr>
          <p:nvPr/>
        </p:nvCxnSpPr>
        <p:spPr>
          <a:xfrm flipH="1" flipV="1">
            <a:off x="8452788" y="5424498"/>
            <a:ext cx="633969" cy="50804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1523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500"/>
                                        <p:tgtEl>
                                          <p:spTgt spid="2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500"/>
                                        <p:tgtEl>
                                          <p:spTgt spid="17"/>
                                        </p:tgtEl>
                                      </p:cBhvr>
                                    </p:animEffect>
                                  </p:childTnLst>
                                </p:cTn>
                              </p:par>
                              <p:par>
                                <p:cTn id="38" presetID="10" presetClass="entr" presetSubtype="0" fill="hold"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5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500"/>
                                        <p:tgtEl>
                                          <p:spTgt spid="25"/>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fade">
                                      <p:cBhvr>
                                        <p:cTn id="46" dur="500"/>
                                        <p:tgtEl>
                                          <p:spTgt spid="10"/>
                                        </p:tgtEl>
                                      </p:cBhvr>
                                    </p:animEffect>
                                  </p:childTnLst>
                                </p:cTn>
                              </p:par>
                              <p:par>
                                <p:cTn id="47" presetID="10" presetClass="entr" presetSubtype="0" fill="hold"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500"/>
                                        <p:tgtEl>
                                          <p:spTgt spid="18"/>
                                        </p:tgtEl>
                                      </p:cBhvr>
                                    </p:animEffect>
                                  </p:childTnLst>
                                </p:cTn>
                              </p:par>
                              <p:par>
                                <p:cTn id="50" presetID="10" presetClass="entr" presetSubtype="0" fill="hold" nodeType="with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500"/>
                                        <p:tgtEl>
                                          <p:spTgt spid="14"/>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8"/>
                                        </p:tgtEl>
                                        <p:attrNameLst>
                                          <p:attrName>style.visibility</p:attrName>
                                        </p:attrNameLst>
                                      </p:cBhvr>
                                      <p:to>
                                        <p:strVal val="visible"/>
                                      </p:to>
                                    </p:set>
                                    <p:animEffect transition="in" filter="fade">
                                      <p:cBhvr>
                                        <p:cTn id="55" dur="500"/>
                                        <p:tgtEl>
                                          <p:spTgt spid="8"/>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1"/>
                                        </p:tgtEl>
                                        <p:attrNameLst>
                                          <p:attrName>style.visibility</p:attrName>
                                        </p:attrNameLst>
                                      </p:cBhvr>
                                      <p:to>
                                        <p:strVal val="visible"/>
                                      </p:to>
                                    </p:set>
                                    <p:animEffect transition="in" filter="fade">
                                      <p:cBhvr>
                                        <p:cTn id="58" dur="500"/>
                                        <p:tgtEl>
                                          <p:spTgt spid="11"/>
                                        </p:tgtEl>
                                      </p:cBhvr>
                                    </p:animEffect>
                                  </p:childTnLst>
                                </p:cTn>
                              </p:par>
                              <p:par>
                                <p:cTn id="59" presetID="10" presetClass="entr" presetSubtype="0" fill="hold" nodeType="withEffect">
                                  <p:stCondLst>
                                    <p:cond delay="0"/>
                                  </p:stCondLst>
                                  <p:childTnLst>
                                    <p:set>
                                      <p:cBhvr>
                                        <p:cTn id="60" dur="1" fill="hold">
                                          <p:stCondLst>
                                            <p:cond delay="0"/>
                                          </p:stCondLst>
                                        </p:cTn>
                                        <p:tgtEl>
                                          <p:spTgt spid="32"/>
                                        </p:tgtEl>
                                        <p:attrNameLst>
                                          <p:attrName>style.visibility</p:attrName>
                                        </p:attrNameLst>
                                      </p:cBhvr>
                                      <p:to>
                                        <p:strVal val="visible"/>
                                      </p:to>
                                    </p:set>
                                    <p:animEffect transition="in" filter="fade">
                                      <p:cBhvr>
                                        <p:cTn id="61" dur="500"/>
                                        <p:tgtEl>
                                          <p:spTgt spid="32"/>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1"/>
                                        </p:tgtEl>
                                        <p:attrNameLst>
                                          <p:attrName>style.visibility</p:attrName>
                                        </p:attrNameLst>
                                      </p:cBhvr>
                                      <p:to>
                                        <p:strVal val="visible"/>
                                      </p:to>
                                    </p:set>
                                    <p:animEffect transition="in" filter="fade">
                                      <p:cBhvr>
                                        <p:cTn id="64"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26" grpId="0" animBg="1"/>
      <p:bldP spid="8" grpId="0" animBg="1"/>
      <p:bldP spid="11" grpId="0" animBg="1"/>
      <p:bldP spid="25" grpId="0" animBg="1"/>
      <p:bldP spid="31"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9FB685-5C7C-A0F7-65B0-1F28F58C1D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731EBF-16A7-9B63-55D0-2D2BD07CABF3}"/>
              </a:ext>
            </a:extLst>
          </p:cNvPr>
          <p:cNvSpPr>
            <a:spLocks noGrp="1"/>
          </p:cNvSpPr>
          <p:nvPr>
            <p:ph type="title"/>
          </p:nvPr>
        </p:nvSpPr>
        <p:spPr>
          <a:xfrm>
            <a:off x="1" y="27432"/>
            <a:ext cx="10653578" cy="1132258"/>
          </a:xfrm>
        </p:spPr>
        <p:txBody>
          <a:bodyPr/>
          <a:lstStyle/>
          <a:p>
            <a:r>
              <a:rPr lang="en-US" dirty="0"/>
              <a:t>Iterator Pattern</a:t>
            </a:r>
          </a:p>
        </p:txBody>
      </p:sp>
      <p:sp>
        <p:nvSpPr>
          <p:cNvPr id="3" name="Content Placeholder 2">
            <a:extLst>
              <a:ext uri="{FF2B5EF4-FFF2-40B4-BE49-F238E27FC236}">
                <a16:creationId xmlns:a16="http://schemas.microsoft.com/office/drawing/2014/main" id="{2162CD93-B4F9-02EF-3B37-B9F483787939}"/>
              </a:ext>
            </a:extLst>
          </p:cNvPr>
          <p:cNvSpPr>
            <a:spLocks noGrp="1"/>
          </p:cNvSpPr>
          <p:nvPr>
            <p:ph idx="1"/>
          </p:nvPr>
        </p:nvSpPr>
        <p:spPr>
          <a:xfrm>
            <a:off x="0" y="548640"/>
            <a:ext cx="10653579" cy="4593828"/>
          </a:xfrm>
        </p:spPr>
        <p:txBody>
          <a:bodyPr>
            <a:normAutofit/>
          </a:bodyPr>
          <a:lstStyle/>
          <a:p>
            <a:r>
              <a:rPr lang="en-US" sz="1400" dirty="0">
                <a:highlight>
                  <a:srgbClr val="FFFF00"/>
                </a:highlight>
              </a:rPr>
              <a:t>Used to iterate over an object without having to expose its internal structure</a:t>
            </a:r>
          </a:p>
          <a:p>
            <a:r>
              <a:rPr lang="en-US" sz="1400" dirty="0"/>
              <a:t>Application for grocery shopping</a:t>
            </a:r>
          </a:p>
          <a:p>
            <a:pPr lvl="1"/>
            <a:r>
              <a:rPr lang="en-US" sz="1400" dirty="0"/>
              <a:t>The “</a:t>
            </a:r>
            <a:r>
              <a:rPr lang="en-US" sz="1400" dirty="0" err="1"/>
              <a:t>ShoppingList</a:t>
            </a:r>
            <a:r>
              <a:rPr lang="en-US" sz="1400" dirty="0"/>
              <a:t>” class adds or removes a grocery item to a list</a:t>
            </a:r>
          </a:p>
          <a:p>
            <a:pPr lvl="1"/>
            <a:r>
              <a:rPr lang="en-US" sz="1400" dirty="0"/>
              <a:t>An </a:t>
            </a:r>
            <a:r>
              <a:rPr lang="en-US" sz="1400" u="sng" dirty="0"/>
              <a:t>iterator</a:t>
            </a:r>
            <a:r>
              <a:rPr lang="en-US" sz="1400" dirty="0"/>
              <a:t> class is used to </a:t>
            </a:r>
            <a:r>
              <a:rPr lang="en-US" sz="1400" i="1" dirty="0"/>
              <a:t>iterate</a:t>
            </a:r>
            <a:r>
              <a:rPr lang="en-US" sz="1400" dirty="0"/>
              <a:t> through the list of grocery items, without needing it to be modified</a:t>
            </a:r>
            <a:endParaRPr lang="en-US" sz="1200" dirty="0"/>
          </a:p>
          <a:p>
            <a:pPr lvl="2"/>
            <a:r>
              <a:rPr lang="en-US" sz="1200" dirty="0"/>
              <a:t>Adheres to the </a:t>
            </a:r>
            <a:r>
              <a:rPr lang="en-US" sz="1200" i="1" dirty="0"/>
              <a:t>Single Responsibility Principle</a:t>
            </a:r>
            <a:r>
              <a:rPr lang="en-US" sz="1200" dirty="0"/>
              <a:t> by ensuring the “</a:t>
            </a:r>
            <a:r>
              <a:rPr lang="en-US" sz="1200" dirty="0" err="1"/>
              <a:t>ShoppingList</a:t>
            </a:r>
            <a:r>
              <a:rPr lang="en-US" sz="1200" dirty="0"/>
              <a:t>” class is ONLY responsible for managing a single grocery item, whereas the </a:t>
            </a:r>
            <a:r>
              <a:rPr lang="en-US" sz="1200" u="sng" dirty="0"/>
              <a:t>iterator</a:t>
            </a:r>
            <a:r>
              <a:rPr lang="en-US" sz="1200" dirty="0"/>
              <a:t> class is ONLY responsible for managing the list of grocery items</a:t>
            </a:r>
          </a:p>
        </p:txBody>
      </p:sp>
      <p:sp>
        <p:nvSpPr>
          <p:cNvPr id="10" name="Rectangle 9">
            <a:extLst>
              <a:ext uri="{FF2B5EF4-FFF2-40B4-BE49-F238E27FC236}">
                <a16:creationId xmlns:a16="http://schemas.microsoft.com/office/drawing/2014/main" id="{99876A5F-B1D5-E7BF-4F46-E40880258270}"/>
              </a:ext>
            </a:extLst>
          </p:cNvPr>
          <p:cNvSpPr/>
          <p:nvPr/>
        </p:nvSpPr>
        <p:spPr>
          <a:xfrm>
            <a:off x="5676546" y="2961189"/>
            <a:ext cx="3710153" cy="1432737"/>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a:solidFill>
                  <a:schemeClr val="tx1"/>
                </a:solidFill>
              </a:rPr>
              <a:t>Iterator (interface)</a:t>
            </a:r>
            <a:endParaRPr lang="en-US" dirty="0">
              <a:solidFill>
                <a:schemeClr val="tx1"/>
              </a:solidFill>
            </a:endParaRPr>
          </a:p>
          <a:p>
            <a:pPr algn="ctr"/>
            <a:r>
              <a:rPr lang="en-US" dirty="0">
                <a:solidFill>
                  <a:schemeClr val="tx1"/>
                </a:solidFill>
              </a:rPr>
              <a:t>next():</a:t>
            </a:r>
          </a:p>
          <a:p>
            <a:pPr algn="ctr"/>
            <a:r>
              <a:rPr lang="en-US" dirty="0">
                <a:solidFill>
                  <a:schemeClr val="tx1"/>
                </a:solidFill>
              </a:rPr>
              <a:t>current():</a:t>
            </a:r>
          </a:p>
          <a:p>
            <a:pPr algn="ctr"/>
            <a:r>
              <a:rPr lang="en-US" dirty="0">
                <a:solidFill>
                  <a:schemeClr val="tx1"/>
                </a:solidFill>
              </a:rPr>
              <a:t>has():</a:t>
            </a:r>
          </a:p>
        </p:txBody>
      </p:sp>
      <p:sp>
        <p:nvSpPr>
          <p:cNvPr id="26" name="Rectangle 25">
            <a:extLst>
              <a:ext uri="{FF2B5EF4-FFF2-40B4-BE49-F238E27FC236}">
                <a16:creationId xmlns:a16="http://schemas.microsoft.com/office/drawing/2014/main" id="{C24F79FA-17CC-03FE-7E05-AB0E876F1533}"/>
              </a:ext>
            </a:extLst>
          </p:cNvPr>
          <p:cNvSpPr/>
          <p:nvPr/>
        </p:nvSpPr>
        <p:spPr>
          <a:xfrm>
            <a:off x="232463" y="2961189"/>
            <a:ext cx="3854878" cy="1581912"/>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err="1">
                <a:solidFill>
                  <a:schemeClr val="tx1"/>
                </a:solidFill>
              </a:rPr>
              <a:t>ShoppingList</a:t>
            </a:r>
            <a:endParaRPr lang="en-US" dirty="0">
              <a:solidFill>
                <a:schemeClr val="tx1"/>
              </a:solidFill>
            </a:endParaRPr>
          </a:p>
          <a:p>
            <a:pPr algn="ctr"/>
            <a:r>
              <a:rPr lang="en-US" dirty="0">
                <a:solidFill>
                  <a:schemeClr val="tx1"/>
                </a:solidFill>
              </a:rPr>
              <a:t>push(item):</a:t>
            </a:r>
          </a:p>
          <a:p>
            <a:pPr algn="ctr"/>
            <a:r>
              <a:rPr lang="en-US" dirty="0">
                <a:solidFill>
                  <a:schemeClr val="tx1"/>
                </a:solidFill>
              </a:rPr>
              <a:t>pop():</a:t>
            </a:r>
          </a:p>
          <a:p>
            <a:pPr algn="ctr"/>
            <a:r>
              <a:rPr lang="en-US" dirty="0" err="1">
                <a:solidFill>
                  <a:schemeClr val="tx1"/>
                </a:solidFill>
              </a:rPr>
              <a:t>createIterator</a:t>
            </a:r>
            <a:r>
              <a:rPr lang="en-US" dirty="0">
                <a:solidFill>
                  <a:schemeClr val="tx1"/>
                </a:solidFill>
              </a:rPr>
              <a:t>():</a:t>
            </a:r>
          </a:p>
          <a:p>
            <a:pPr algn="ctr"/>
            <a:endParaRPr lang="en-US" dirty="0">
              <a:solidFill>
                <a:schemeClr val="tx1"/>
              </a:solidFill>
            </a:endParaRPr>
          </a:p>
        </p:txBody>
      </p:sp>
      <p:sp>
        <p:nvSpPr>
          <p:cNvPr id="11" name="Rectangle 10">
            <a:extLst>
              <a:ext uri="{FF2B5EF4-FFF2-40B4-BE49-F238E27FC236}">
                <a16:creationId xmlns:a16="http://schemas.microsoft.com/office/drawing/2014/main" id="{809A07F8-6343-2286-D94E-ECD593E1DA14}"/>
              </a:ext>
            </a:extLst>
          </p:cNvPr>
          <p:cNvSpPr/>
          <p:nvPr/>
        </p:nvSpPr>
        <p:spPr>
          <a:xfrm>
            <a:off x="6043705" y="5377872"/>
            <a:ext cx="2975833" cy="1310501"/>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err="1">
                <a:solidFill>
                  <a:schemeClr val="tx1"/>
                </a:solidFill>
              </a:rPr>
              <a:t>ListIterator</a:t>
            </a:r>
            <a:endParaRPr lang="en-US" dirty="0">
              <a:solidFill>
                <a:schemeClr val="tx1"/>
              </a:solidFill>
            </a:endParaRPr>
          </a:p>
          <a:p>
            <a:pPr algn="ctr"/>
            <a:r>
              <a:rPr lang="en-US" dirty="0">
                <a:solidFill>
                  <a:schemeClr val="tx1"/>
                </a:solidFill>
              </a:rPr>
              <a:t>next():</a:t>
            </a:r>
          </a:p>
          <a:p>
            <a:pPr algn="ctr"/>
            <a:r>
              <a:rPr lang="en-US" dirty="0">
                <a:solidFill>
                  <a:schemeClr val="tx1"/>
                </a:solidFill>
              </a:rPr>
              <a:t>current():</a:t>
            </a:r>
          </a:p>
          <a:p>
            <a:pPr algn="ctr"/>
            <a:r>
              <a:rPr lang="en-US" dirty="0">
                <a:solidFill>
                  <a:schemeClr val="tx1"/>
                </a:solidFill>
              </a:rPr>
              <a:t>has():</a:t>
            </a:r>
          </a:p>
        </p:txBody>
      </p:sp>
      <p:cxnSp>
        <p:nvCxnSpPr>
          <p:cNvPr id="32" name="Straight Arrow Connector 31">
            <a:extLst>
              <a:ext uri="{FF2B5EF4-FFF2-40B4-BE49-F238E27FC236}">
                <a16:creationId xmlns:a16="http://schemas.microsoft.com/office/drawing/2014/main" id="{8E816FE4-B65E-8622-1E8C-47B6CDA66C4E}"/>
              </a:ext>
            </a:extLst>
          </p:cNvPr>
          <p:cNvCxnSpPr>
            <a:cxnSpLocks/>
          </p:cNvCxnSpPr>
          <p:nvPr/>
        </p:nvCxnSpPr>
        <p:spPr>
          <a:xfrm flipV="1">
            <a:off x="7531621" y="4498109"/>
            <a:ext cx="0" cy="73104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F29D9B32-47AD-1C6A-302B-B13EFBE8CAD0}"/>
              </a:ext>
            </a:extLst>
          </p:cNvPr>
          <p:cNvCxnSpPr>
            <a:cxnSpLocks/>
          </p:cNvCxnSpPr>
          <p:nvPr/>
        </p:nvCxnSpPr>
        <p:spPr>
          <a:xfrm>
            <a:off x="4261077" y="3638182"/>
            <a:ext cx="1280187" cy="0"/>
          </a:xfrm>
          <a:prstGeom prst="straightConnector1">
            <a:avLst/>
          </a:prstGeom>
          <a:ln w="2857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9529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fade">
                                      <p:cBhvr>
                                        <p:cTn id="17" dur="500"/>
                                        <p:tgtEl>
                                          <p:spTgt spid="2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500"/>
                                        <p:tgtEl>
                                          <p:spTgt spid="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par>
                                <p:cTn id="31" presetID="10" presetClass="entr" presetSubtype="0" fill="hold" nodeType="withEffect">
                                  <p:stCondLst>
                                    <p:cond delay="0"/>
                                  </p:stCondLst>
                                  <p:childTnLst>
                                    <p:set>
                                      <p:cBhvr>
                                        <p:cTn id="32" dur="1" fill="hold">
                                          <p:stCondLst>
                                            <p:cond delay="0"/>
                                          </p:stCondLst>
                                        </p:cTn>
                                        <p:tgtEl>
                                          <p:spTgt spid="32"/>
                                        </p:tgtEl>
                                        <p:attrNameLst>
                                          <p:attrName>style.visibility</p:attrName>
                                        </p:attrNameLst>
                                      </p:cBhvr>
                                      <p:to>
                                        <p:strVal val="visible"/>
                                      </p:to>
                                    </p:set>
                                    <p:animEffect transition="in" filter="fade">
                                      <p:cBhvr>
                                        <p:cTn id="33" dur="500"/>
                                        <p:tgtEl>
                                          <p:spTgt spid="3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500"/>
                                        <p:tgtEl>
                                          <p:spTgt spid="11"/>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3">
                                            <p:txEl>
                                              <p:pRg st="4" end="4"/>
                                            </p:txEl>
                                          </p:spTgt>
                                        </p:tgtEl>
                                        <p:attrNameLst>
                                          <p:attrName>style.visibility</p:attrName>
                                        </p:attrNameLst>
                                      </p:cBhvr>
                                      <p:to>
                                        <p:strVal val="visible"/>
                                      </p:to>
                                    </p:set>
                                    <p:animEffect transition="in" filter="fade">
                                      <p:cBhvr>
                                        <p:cTn id="41"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26" grpId="0" animBg="1"/>
      <p:bldP spid="11"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CB33E-D4B1-2422-8D73-5549DCEEF7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C7EEA7-499D-1009-80E9-B0E1005DE1CF}"/>
              </a:ext>
            </a:extLst>
          </p:cNvPr>
          <p:cNvSpPr>
            <a:spLocks noGrp="1"/>
          </p:cNvSpPr>
          <p:nvPr>
            <p:ph type="title"/>
          </p:nvPr>
        </p:nvSpPr>
        <p:spPr>
          <a:xfrm>
            <a:off x="1" y="27432"/>
            <a:ext cx="10653578" cy="1132258"/>
          </a:xfrm>
        </p:spPr>
        <p:txBody>
          <a:bodyPr/>
          <a:lstStyle/>
          <a:p>
            <a:r>
              <a:rPr lang="en-US" dirty="0"/>
              <a:t>Command Pattern</a:t>
            </a:r>
          </a:p>
        </p:txBody>
      </p:sp>
      <p:sp>
        <p:nvSpPr>
          <p:cNvPr id="3" name="Content Placeholder 2">
            <a:extLst>
              <a:ext uri="{FF2B5EF4-FFF2-40B4-BE49-F238E27FC236}">
                <a16:creationId xmlns:a16="http://schemas.microsoft.com/office/drawing/2014/main" id="{513AA9B1-61FE-091E-E4A5-756F814E46DB}"/>
              </a:ext>
            </a:extLst>
          </p:cNvPr>
          <p:cNvSpPr>
            <a:spLocks noGrp="1"/>
          </p:cNvSpPr>
          <p:nvPr>
            <p:ph idx="1"/>
          </p:nvPr>
        </p:nvSpPr>
        <p:spPr>
          <a:xfrm>
            <a:off x="0" y="548640"/>
            <a:ext cx="10653579" cy="4593828"/>
          </a:xfrm>
        </p:spPr>
        <p:txBody>
          <a:bodyPr>
            <a:normAutofit/>
          </a:bodyPr>
          <a:lstStyle/>
          <a:p>
            <a:r>
              <a:rPr lang="en-US" sz="1400" dirty="0">
                <a:highlight>
                  <a:srgbClr val="FFFF00"/>
                </a:highlight>
              </a:rPr>
              <a:t>Used for </a:t>
            </a:r>
            <a:r>
              <a:rPr lang="en-US" sz="1400" i="1" dirty="0">
                <a:highlight>
                  <a:srgbClr val="FFFF00"/>
                </a:highlight>
              </a:rPr>
              <a:t>encapsulating</a:t>
            </a:r>
            <a:r>
              <a:rPr lang="en-US" sz="1400" dirty="0">
                <a:highlight>
                  <a:srgbClr val="FFFF00"/>
                </a:highlight>
              </a:rPr>
              <a:t> a certain request or action the user doesn’t need to know as a separate object</a:t>
            </a:r>
          </a:p>
          <a:p>
            <a:r>
              <a:rPr lang="en-US" sz="1400" dirty="0"/>
              <a:t>Application for using a remote control to turn the light on and off</a:t>
            </a:r>
          </a:p>
          <a:p>
            <a:pPr lvl="1"/>
            <a:r>
              <a:rPr lang="en-US" sz="1400" dirty="0"/>
              <a:t>The “Light” class turns the light on and off</a:t>
            </a:r>
          </a:p>
          <a:p>
            <a:pPr lvl="1"/>
            <a:r>
              <a:rPr lang="en-US" sz="1400" dirty="0"/>
              <a:t>The “</a:t>
            </a:r>
            <a:r>
              <a:rPr lang="en-US" sz="1400" dirty="0" err="1"/>
              <a:t>RemoteControl</a:t>
            </a:r>
            <a:r>
              <a:rPr lang="en-US" sz="1400" dirty="0"/>
              <a:t>” class commands the “Light” object to either turn the light on or off</a:t>
            </a:r>
          </a:p>
          <a:p>
            <a:pPr lvl="2"/>
            <a:r>
              <a:rPr lang="en-US" sz="1200" dirty="0"/>
              <a:t>This creates </a:t>
            </a:r>
            <a:r>
              <a:rPr lang="en-US" sz="1200" i="1" dirty="0"/>
              <a:t>high coupling</a:t>
            </a:r>
            <a:r>
              <a:rPr lang="en-US" sz="1200" dirty="0"/>
              <a:t> though, as the “</a:t>
            </a:r>
            <a:r>
              <a:rPr lang="en-US" sz="1200" dirty="0" err="1"/>
              <a:t>RemoteControl</a:t>
            </a:r>
            <a:r>
              <a:rPr lang="en-US" sz="1200" dirty="0"/>
              <a:t>” class directly depends on the “Light” class</a:t>
            </a:r>
          </a:p>
          <a:p>
            <a:pPr lvl="2"/>
            <a:r>
              <a:rPr lang="en-US" sz="1200" dirty="0"/>
              <a:t>If a new method such as “dim():” were to be added to the “Light” class, it would mean the “</a:t>
            </a:r>
            <a:r>
              <a:rPr lang="en-US" sz="1200" dirty="0" err="1"/>
              <a:t>RemoteControl</a:t>
            </a:r>
            <a:r>
              <a:rPr lang="en-US" sz="1200" dirty="0"/>
              <a:t>” class would also need to be modified – this violates the </a:t>
            </a:r>
            <a:r>
              <a:rPr lang="en-US" sz="1200" i="1" dirty="0"/>
              <a:t>Open-Closed Principle</a:t>
            </a:r>
            <a:endParaRPr lang="en-US" sz="1200" dirty="0"/>
          </a:p>
          <a:p>
            <a:pPr lvl="1"/>
            <a:r>
              <a:rPr lang="en-US" sz="1400" dirty="0"/>
              <a:t>Solution:</a:t>
            </a:r>
          </a:p>
          <a:p>
            <a:pPr lvl="2"/>
            <a:r>
              <a:rPr lang="en-US" sz="1200" dirty="0"/>
              <a:t>The “</a:t>
            </a:r>
            <a:r>
              <a:rPr lang="en-US" sz="1200" dirty="0" err="1"/>
              <a:t>RemoteControl</a:t>
            </a:r>
            <a:r>
              <a:rPr lang="en-US" sz="1200" dirty="0"/>
              <a:t>” class will instead depend on the “Command” interface, which keeps track of a possible </a:t>
            </a:r>
            <a:r>
              <a:rPr lang="en-US" sz="1200" i="1" dirty="0"/>
              <a:t>actions</a:t>
            </a:r>
            <a:r>
              <a:rPr lang="en-US" sz="1200" dirty="0"/>
              <a:t> of the remote control</a:t>
            </a:r>
          </a:p>
          <a:p>
            <a:pPr lvl="2"/>
            <a:r>
              <a:rPr lang="en-US" sz="1200" dirty="0"/>
              <a:t>Each of the </a:t>
            </a:r>
            <a:r>
              <a:rPr lang="en-US" sz="1200" i="1" dirty="0"/>
              <a:t>actions</a:t>
            </a:r>
            <a:r>
              <a:rPr lang="en-US" sz="1200" dirty="0"/>
              <a:t> will be separate objects (i.e. the actions will be </a:t>
            </a:r>
            <a:r>
              <a:rPr lang="en-US" sz="1200" i="1" dirty="0"/>
              <a:t>encapsulated</a:t>
            </a:r>
            <a:r>
              <a:rPr lang="en-US" sz="1200" dirty="0"/>
              <a:t>) that are concrete implementation of the “Command” interface</a:t>
            </a:r>
          </a:p>
        </p:txBody>
      </p:sp>
      <p:sp>
        <p:nvSpPr>
          <p:cNvPr id="15" name="Rectangle 14">
            <a:extLst>
              <a:ext uri="{FF2B5EF4-FFF2-40B4-BE49-F238E27FC236}">
                <a16:creationId xmlns:a16="http://schemas.microsoft.com/office/drawing/2014/main" id="{8A57EDB8-B1E7-2021-CBF0-472FC8AF3F72}"/>
              </a:ext>
            </a:extLst>
          </p:cNvPr>
          <p:cNvSpPr/>
          <p:nvPr/>
        </p:nvSpPr>
        <p:spPr>
          <a:xfrm>
            <a:off x="141789" y="4911951"/>
            <a:ext cx="1970475" cy="9144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a:solidFill>
                  <a:schemeClr val="tx1"/>
                </a:solidFill>
              </a:rPr>
              <a:t>Light</a:t>
            </a:r>
            <a:endParaRPr lang="en-US" dirty="0">
              <a:solidFill>
                <a:schemeClr val="tx1"/>
              </a:solidFill>
            </a:endParaRPr>
          </a:p>
          <a:p>
            <a:pPr algn="ctr"/>
            <a:r>
              <a:rPr lang="en-US" dirty="0" err="1">
                <a:solidFill>
                  <a:schemeClr val="tx1"/>
                </a:solidFill>
              </a:rPr>
              <a:t>turnOn</a:t>
            </a:r>
            <a:r>
              <a:rPr lang="en-US" dirty="0">
                <a:solidFill>
                  <a:schemeClr val="tx1"/>
                </a:solidFill>
              </a:rPr>
              <a:t>():</a:t>
            </a:r>
          </a:p>
          <a:p>
            <a:pPr algn="ctr"/>
            <a:r>
              <a:rPr lang="en-US" dirty="0" err="1">
                <a:solidFill>
                  <a:schemeClr val="tx1"/>
                </a:solidFill>
              </a:rPr>
              <a:t>turnOff</a:t>
            </a:r>
            <a:r>
              <a:rPr lang="en-US" dirty="0">
                <a:solidFill>
                  <a:schemeClr val="tx1"/>
                </a:solidFill>
              </a:rPr>
              <a:t>():</a:t>
            </a:r>
          </a:p>
        </p:txBody>
      </p:sp>
      <p:cxnSp>
        <p:nvCxnSpPr>
          <p:cNvPr id="19" name="Straight Arrow Connector 18">
            <a:extLst>
              <a:ext uri="{FF2B5EF4-FFF2-40B4-BE49-F238E27FC236}">
                <a16:creationId xmlns:a16="http://schemas.microsoft.com/office/drawing/2014/main" id="{C3C0566E-A431-7DCB-3FDF-93A930B8112A}"/>
              </a:ext>
            </a:extLst>
          </p:cNvPr>
          <p:cNvCxnSpPr>
            <a:cxnSpLocks/>
          </p:cNvCxnSpPr>
          <p:nvPr/>
        </p:nvCxnSpPr>
        <p:spPr>
          <a:xfrm flipH="1">
            <a:off x="2258568" y="5369151"/>
            <a:ext cx="676656" cy="0"/>
          </a:xfrm>
          <a:prstGeom prst="straightConnector1">
            <a:avLst/>
          </a:prstGeom>
          <a:ln w="2857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C5336EFC-2CC6-068B-62A7-B3D955028BEF}"/>
              </a:ext>
            </a:extLst>
          </p:cNvPr>
          <p:cNvSpPr/>
          <p:nvPr/>
        </p:nvSpPr>
        <p:spPr>
          <a:xfrm>
            <a:off x="3156448" y="4911951"/>
            <a:ext cx="1970475" cy="9144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err="1">
                <a:solidFill>
                  <a:schemeClr val="tx1"/>
                </a:solidFill>
              </a:rPr>
              <a:t>RemoteControl</a:t>
            </a:r>
            <a:endParaRPr lang="en-US" dirty="0">
              <a:solidFill>
                <a:schemeClr val="tx1"/>
              </a:solidFill>
            </a:endParaRPr>
          </a:p>
          <a:p>
            <a:pPr algn="ctr"/>
            <a:r>
              <a:rPr lang="en-US" dirty="0" err="1">
                <a:solidFill>
                  <a:schemeClr val="tx1"/>
                </a:solidFill>
              </a:rPr>
              <a:t>pressButton</a:t>
            </a:r>
            <a:r>
              <a:rPr lang="en-US" dirty="0">
                <a:solidFill>
                  <a:schemeClr val="tx1"/>
                </a:solidFill>
              </a:rPr>
              <a:t>():</a:t>
            </a:r>
          </a:p>
        </p:txBody>
      </p:sp>
      <p:cxnSp>
        <p:nvCxnSpPr>
          <p:cNvPr id="12" name="Straight Arrow Connector 11">
            <a:extLst>
              <a:ext uri="{FF2B5EF4-FFF2-40B4-BE49-F238E27FC236}">
                <a16:creationId xmlns:a16="http://schemas.microsoft.com/office/drawing/2014/main" id="{5E1EBCAA-E7BA-6C7A-BE98-221BFEF8814A}"/>
              </a:ext>
            </a:extLst>
          </p:cNvPr>
          <p:cNvCxnSpPr>
            <a:cxnSpLocks/>
          </p:cNvCxnSpPr>
          <p:nvPr/>
        </p:nvCxnSpPr>
        <p:spPr>
          <a:xfrm>
            <a:off x="8205688" y="4399750"/>
            <a:ext cx="85601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D601994E-87A7-329A-89D9-D072EBA3AC0C}"/>
              </a:ext>
            </a:extLst>
          </p:cNvPr>
          <p:cNvSpPr/>
          <p:nvPr/>
        </p:nvSpPr>
        <p:spPr>
          <a:xfrm>
            <a:off x="6096000" y="3942614"/>
            <a:ext cx="1970475" cy="9144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err="1">
                <a:solidFill>
                  <a:schemeClr val="tx1"/>
                </a:solidFill>
              </a:rPr>
              <a:t>RemoteControl</a:t>
            </a:r>
            <a:endParaRPr lang="en-US" u="sng" dirty="0">
              <a:solidFill>
                <a:schemeClr val="tx1"/>
              </a:solidFill>
            </a:endParaRPr>
          </a:p>
          <a:p>
            <a:pPr algn="ctr"/>
            <a:r>
              <a:rPr lang="en-US" dirty="0">
                <a:solidFill>
                  <a:schemeClr val="tx1"/>
                </a:solidFill>
              </a:rPr>
              <a:t>Command:</a:t>
            </a:r>
          </a:p>
          <a:p>
            <a:pPr algn="ctr"/>
            <a:r>
              <a:rPr lang="en-US" dirty="0" err="1">
                <a:solidFill>
                  <a:schemeClr val="tx1"/>
                </a:solidFill>
              </a:rPr>
              <a:t>pressButton</a:t>
            </a:r>
            <a:r>
              <a:rPr lang="en-US" dirty="0">
                <a:solidFill>
                  <a:schemeClr val="tx1"/>
                </a:solidFill>
              </a:rPr>
              <a:t>():</a:t>
            </a:r>
          </a:p>
        </p:txBody>
      </p:sp>
      <p:sp>
        <p:nvSpPr>
          <p:cNvPr id="10" name="Rectangle 9">
            <a:extLst>
              <a:ext uri="{FF2B5EF4-FFF2-40B4-BE49-F238E27FC236}">
                <a16:creationId xmlns:a16="http://schemas.microsoft.com/office/drawing/2014/main" id="{3997B963-0CEA-7C0C-E26E-66715160443F}"/>
              </a:ext>
            </a:extLst>
          </p:cNvPr>
          <p:cNvSpPr/>
          <p:nvPr/>
        </p:nvSpPr>
        <p:spPr>
          <a:xfrm>
            <a:off x="9200917" y="3953307"/>
            <a:ext cx="2475971" cy="9144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a:solidFill>
                  <a:schemeClr val="tx1"/>
                </a:solidFill>
              </a:rPr>
              <a:t>Command (interface)</a:t>
            </a:r>
            <a:endParaRPr lang="en-US" dirty="0">
              <a:solidFill>
                <a:schemeClr val="tx1"/>
              </a:solidFill>
            </a:endParaRPr>
          </a:p>
          <a:p>
            <a:pPr algn="ctr"/>
            <a:r>
              <a:rPr lang="en-US" dirty="0">
                <a:solidFill>
                  <a:schemeClr val="tx1"/>
                </a:solidFill>
              </a:rPr>
              <a:t>execute():</a:t>
            </a:r>
          </a:p>
        </p:txBody>
      </p:sp>
      <p:sp>
        <p:nvSpPr>
          <p:cNvPr id="13" name="Rectangle 12">
            <a:extLst>
              <a:ext uri="{FF2B5EF4-FFF2-40B4-BE49-F238E27FC236}">
                <a16:creationId xmlns:a16="http://schemas.microsoft.com/office/drawing/2014/main" id="{3E3543EA-A4CD-E5A8-C4E4-0A8CCEAAE362}"/>
              </a:ext>
            </a:extLst>
          </p:cNvPr>
          <p:cNvSpPr/>
          <p:nvPr/>
        </p:nvSpPr>
        <p:spPr>
          <a:xfrm>
            <a:off x="5835453" y="5466687"/>
            <a:ext cx="1970475" cy="9144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a:solidFill>
                  <a:schemeClr val="tx1"/>
                </a:solidFill>
              </a:rPr>
              <a:t>Light</a:t>
            </a:r>
            <a:endParaRPr lang="en-US" dirty="0">
              <a:solidFill>
                <a:schemeClr val="tx1"/>
              </a:solidFill>
            </a:endParaRPr>
          </a:p>
          <a:p>
            <a:pPr algn="ctr"/>
            <a:r>
              <a:rPr lang="en-US" dirty="0" err="1">
                <a:solidFill>
                  <a:schemeClr val="tx1"/>
                </a:solidFill>
              </a:rPr>
              <a:t>turnOn</a:t>
            </a:r>
            <a:r>
              <a:rPr lang="en-US" dirty="0">
                <a:solidFill>
                  <a:schemeClr val="tx1"/>
                </a:solidFill>
              </a:rPr>
              <a:t>():</a:t>
            </a:r>
          </a:p>
          <a:p>
            <a:pPr algn="ctr"/>
            <a:r>
              <a:rPr lang="en-US" dirty="0" err="1">
                <a:solidFill>
                  <a:schemeClr val="tx1"/>
                </a:solidFill>
              </a:rPr>
              <a:t>turnOff</a:t>
            </a:r>
            <a:r>
              <a:rPr lang="en-US" dirty="0">
                <a:solidFill>
                  <a:schemeClr val="tx1"/>
                </a:solidFill>
              </a:rPr>
              <a:t>():</a:t>
            </a:r>
          </a:p>
        </p:txBody>
      </p:sp>
      <p:sp>
        <p:nvSpPr>
          <p:cNvPr id="16" name="Rectangle 15">
            <a:extLst>
              <a:ext uri="{FF2B5EF4-FFF2-40B4-BE49-F238E27FC236}">
                <a16:creationId xmlns:a16="http://schemas.microsoft.com/office/drawing/2014/main" id="{21D91FB5-FC36-A435-AE09-84505676991B}"/>
              </a:ext>
            </a:extLst>
          </p:cNvPr>
          <p:cNvSpPr/>
          <p:nvPr/>
        </p:nvSpPr>
        <p:spPr>
          <a:xfrm>
            <a:off x="8514458" y="5690370"/>
            <a:ext cx="1708534" cy="9144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err="1">
                <a:solidFill>
                  <a:schemeClr val="tx1"/>
                </a:solidFill>
              </a:rPr>
              <a:t>TurnOn</a:t>
            </a:r>
            <a:endParaRPr lang="en-US" dirty="0">
              <a:solidFill>
                <a:schemeClr val="tx1"/>
              </a:solidFill>
            </a:endParaRPr>
          </a:p>
          <a:p>
            <a:pPr algn="ctr"/>
            <a:r>
              <a:rPr lang="en-US" dirty="0">
                <a:solidFill>
                  <a:schemeClr val="tx1"/>
                </a:solidFill>
              </a:rPr>
              <a:t>Light:</a:t>
            </a:r>
          </a:p>
          <a:p>
            <a:pPr algn="ctr"/>
            <a:r>
              <a:rPr lang="en-US" dirty="0">
                <a:solidFill>
                  <a:schemeClr val="tx1"/>
                </a:solidFill>
              </a:rPr>
              <a:t>execute:</a:t>
            </a:r>
          </a:p>
        </p:txBody>
      </p:sp>
      <p:sp>
        <p:nvSpPr>
          <p:cNvPr id="18" name="Rectangle 17">
            <a:extLst>
              <a:ext uri="{FF2B5EF4-FFF2-40B4-BE49-F238E27FC236}">
                <a16:creationId xmlns:a16="http://schemas.microsoft.com/office/drawing/2014/main" id="{D6177293-8C8D-9988-5B4F-F908B9211B68}"/>
              </a:ext>
            </a:extLst>
          </p:cNvPr>
          <p:cNvSpPr/>
          <p:nvPr/>
        </p:nvSpPr>
        <p:spPr>
          <a:xfrm>
            <a:off x="10438902" y="5690370"/>
            <a:ext cx="1545042" cy="9144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err="1">
                <a:solidFill>
                  <a:schemeClr val="tx1"/>
                </a:solidFill>
              </a:rPr>
              <a:t>TurnOff</a:t>
            </a:r>
            <a:endParaRPr lang="en-US" dirty="0">
              <a:solidFill>
                <a:schemeClr val="tx1"/>
              </a:solidFill>
            </a:endParaRPr>
          </a:p>
          <a:p>
            <a:pPr algn="ctr"/>
            <a:r>
              <a:rPr lang="en-US" dirty="0">
                <a:solidFill>
                  <a:schemeClr val="tx1"/>
                </a:solidFill>
              </a:rPr>
              <a:t>Light:</a:t>
            </a:r>
          </a:p>
          <a:p>
            <a:pPr algn="ctr"/>
            <a:r>
              <a:rPr lang="en-US" dirty="0">
                <a:solidFill>
                  <a:schemeClr val="tx1"/>
                </a:solidFill>
              </a:rPr>
              <a:t>execute:</a:t>
            </a:r>
          </a:p>
        </p:txBody>
      </p:sp>
      <p:cxnSp>
        <p:nvCxnSpPr>
          <p:cNvPr id="21" name="Straight Arrow Connector 20">
            <a:extLst>
              <a:ext uri="{FF2B5EF4-FFF2-40B4-BE49-F238E27FC236}">
                <a16:creationId xmlns:a16="http://schemas.microsoft.com/office/drawing/2014/main" id="{224FCBB2-763B-AA45-47EB-B7BA51282996}"/>
              </a:ext>
            </a:extLst>
          </p:cNvPr>
          <p:cNvCxnSpPr>
            <a:cxnSpLocks/>
          </p:cNvCxnSpPr>
          <p:nvPr/>
        </p:nvCxnSpPr>
        <p:spPr>
          <a:xfrm flipH="1">
            <a:off x="9368725" y="4950666"/>
            <a:ext cx="346542" cy="65674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F4D3D783-C5AC-2C31-79E2-596CF4E28F37}"/>
              </a:ext>
            </a:extLst>
          </p:cNvPr>
          <p:cNvCxnSpPr>
            <a:cxnSpLocks/>
          </p:cNvCxnSpPr>
          <p:nvPr/>
        </p:nvCxnSpPr>
        <p:spPr>
          <a:xfrm>
            <a:off x="10619321" y="4979034"/>
            <a:ext cx="454063" cy="62837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81BC2DF3-5BD8-31C2-5357-ED347DBA3BDF}"/>
              </a:ext>
            </a:extLst>
          </p:cNvPr>
          <p:cNvCxnSpPr>
            <a:cxnSpLocks/>
          </p:cNvCxnSpPr>
          <p:nvPr/>
        </p:nvCxnSpPr>
        <p:spPr>
          <a:xfrm flipH="1">
            <a:off x="7909560" y="6051903"/>
            <a:ext cx="507834"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2E4F8F6A-5C15-4267-5C99-08E61E391EBF}"/>
              </a:ext>
            </a:extLst>
          </p:cNvPr>
          <p:cNvCxnSpPr>
            <a:cxnSpLocks/>
            <a:stCxn id="18" idx="1"/>
          </p:cNvCxnSpPr>
          <p:nvPr/>
        </p:nvCxnSpPr>
        <p:spPr>
          <a:xfrm flipH="1" flipV="1">
            <a:off x="7909560" y="5690370"/>
            <a:ext cx="2529342" cy="4572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06216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5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fade">
                                      <p:cBhvr>
                                        <p:cTn id="28" dur="500"/>
                                        <p:tgtEl>
                                          <p:spTgt spid="5"/>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animEffect transition="in" filter="fade">
                                      <p:cBhvr>
                                        <p:cTn id="33" dur="500"/>
                                        <p:tgtEl>
                                          <p:spTgt spid="3">
                                            <p:txEl>
                                              <p:pRg st="4" end="4"/>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3">
                                            <p:txEl>
                                              <p:pRg st="5" end="5"/>
                                            </p:txEl>
                                          </p:spTgt>
                                        </p:tgtEl>
                                        <p:attrNameLst>
                                          <p:attrName>style.visibility</p:attrName>
                                        </p:attrNameLst>
                                      </p:cBhvr>
                                      <p:to>
                                        <p:strVal val="visible"/>
                                      </p:to>
                                    </p:set>
                                    <p:animEffect transition="in" filter="fade">
                                      <p:cBhvr>
                                        <p:cTn id="38" dur="500"/>
                                        <p:tgtEl>
                                          <p:spTgt spid="3">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Effect transition="in" filter="fade">
                                      <p:cBhvr>
                                        <p:cTn id="43" dur="500"/>
                                        <p:tgtEl>
                                          <p:spTgt spid="3">
                                            <p:txEl>
                                              <p:pRg st="6" end="6"/>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3">
                                            <p:txEl>
                                              <p:pRg st="7" end="7"/>
                                            </p:txEl>
                                          </p:spTgt>
                                        </p:tgtEl>
                                        <p:attrNameLst>
                                          <p:attrName>style.visibility</p:attrName>
                                        </p:attrNameLst>
                                      </p:cBhvr>
                                      <p:to>
                                        <p:strVal val="visible"/>
                                      </p:to>
                                    </p:set>
                                    <p:animEffect transition="in" filter="fade">
                                      <p:cBhvr>
                                        <p:cTn id="48" dur="500"/>
                                        <p:tgtEl>
                                          <p:spTgt spid="3">
                                            <p:txEl>
                                              <p:pRg st="7" end="7"/>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6"/>
                                        </p:tgtEl>
                                        <p:attrNameLst>
                                          <p:attrName>style.visibility</p:attrName>
                                        </p:attrNameLst>
                                      </p:cBhvr>
                                      <p:to>
                                        <p:strVal val="visible"/>
                                      </p:to>
                                    </p:set>
                                    <p:animEffect transition="in" filter="fade">
                                      <p:cBhvr>
                                        <p:cTn id="53" dur="500"/>
                                        <p:tgtEl>
                                          <p:spTgt spid="6"/>
                                        </p:tgtEl>
                                      </p:cBhvr>
                                    </p:animEffect>
                                  </p:childTnLst>
                                </p:cTn>
                              </p:par>
                              <p:par>
                                <p:cTn id="54" presetID="10" presetClass="entr" presetSubtype="0" fill="hold" nodeType="withEffect">
                                  <p:stCondLst>
                                    <p:cond delay="0"/>
                                  </p:stCondLst>
                                  <p:childTnLst>
                                    <p:set>
                                      <p:cBhvr>
                                        <p:cTn id="55" dur="1" fill="hold">
                                          <p:stCondLst>
                                            <p:cond delay="0"/>
                                          </p:stCondLst>
                                        </p:cTn>
                                        <p:tgtEl>
                                          <p:spTgt spid="12"/>
                                        </p:tgtEl>
                                        <p:attrNameLst>
                                          <p:attrName>style.visibility</p:attrName>
                                        </p:attrNameLst>
                                      </p:cBhvr>
                                      <p:to>
                                        <p:strVal val="visible"/>
                                      </p:to>
                                    </p:set>
                                    <p:animEffect transition="in" filter="fade">
                                      <p:cBhvr>
                                        <p:cTn id="56" dur="500"/>
                                        <p:tgtEl>
                                          <p:spTgt spid="12"/>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10"/>
                                        </p:tgtEl>
                                        <p:attrNameLst>
                                          <p:attrName>style.visibility</p:attrName>
                                        </p:attrNameLst>
                                      </p:cBhvr>
                                      <p:to>
                                        <p:strVal val="visible"/>
                                      </p:to>
                                    </p:set>
                                    <p:animEffect transition="in" filter="fade">
                                      <p:cBhvr>
                                        <p:cTn id="59" dur="500"/>
                                        <p:tgtEl>
                                          <p:spTgt spid="10"/>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3">
                                            <p:txEl>
                                              <p:pRg st="8" end="8"/>
                                            </p:txEl>
                                          </p:spTgt>
                                        </p:tgtEl>
                                        <p:attrNameLst>
                                          <p:attrName>style.visibility</p:attrName>
                                        </p:attrNameLst>
                                      </p:cBhvr>
                                      <p:to>
                                        <p:strVal val="visible"/>
                                      </p:to>
                                    </p:set>
                                    <p:animEffect transition="in" filter="fade">
                                      <p:cBhvr>
                                        <p:cTn id="64" dur="500"/>
                                        <p:tgtEl>
                                          <p:spTgt spid="3">
                                            <p:txEl>
                                              <p:pRg st="8" end="8"/>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13"/>
                                        </p:tgtEl>
                                        <p:attrNameLst>
                                          <p:attrName>style.visibility</p:attrName>
                                        </p:attrNameLst>
                                      </p:cBhvr>
                                      <p:to>
                                        <p:strVal val="visible"/>
                                      </p:to>
                                    </p:set>
                                    <p:animEffect transition="in" filter="fade">
                                      <p:cBhvr>
                                        <p:cTn id="69" dur="500"/>
                                        <p:tgtEl>
                                          <p:spTgt spid="13"/>
                                        </p:tgtEl>
                                      </p:cBhvr>
                                    </p:animEffect>
                                  </p:childTnLst>
                                </p:cTn>
                              </p:par>
                              <p:par>
                                <p:cTn id="70" presetID="10" presetClass="entr" presetSubtype="0" fill="hold" nodeType="withEffect">
                                  <p:stCondLst>
                                    <p:cond delay="0"/>
                                  </p:stCondLst>
                                  <p:childTnLst>
                                    <p:set>
                                      <p:cBhvr>
                                        <p:cTn id="71" dur="1" fill="hold">
                                          <p:stCondLst>
                                            <p:cond delay="0"/>
                                          </p:stCondLst>
                                        </p:cTn>
                                        <p:tgtEl>
                                          <p:spTgt spid="35"/>
                                        </p:tgtEl>
                                        <p:attrNameLst>
                                          <p:attrName>style.visibility</p:attrName>
                                        </p:attrNameLst>
                                      </p:cBhvr>
                                      <p:to>
                                        <p:strVal val="visible"/>
                                      </p:to>
                                    </p:set>
                                    <p:animEffect transition="in" filter="fade">
                                      <p:cBhvr>
                                        <p:cTn id="72" dur="500"/>
                                        <p:tgtEl>
                                          <p:spTgt spid="35"/>
                                        </p:tgtEl>
                                      </p:cBhvr>
                                    </p:animEffect>
                                  </p:childTnLst>
                                </p:cTn>
                              </p:par>
                              <p:par>
                                <p:cTn id="73" presetID="10" presetClass="entr" presetSubtype="0" fill="hold" nodeType="withEffect">
                                  <p:stCondLst>
                                    <p:cond delay="0"/>
                                  </p:stCondLst>
                                  <p:childTnLst>
                                    <p:set>
                                      <p:cBhvr>
                                        <p:cTn id="74" dur="1" fill="hold">
                                          <p:stCondLst>
                                            <p:cond delay="0"/>
                                          </p:stCondLst>
                                        </p:cTn>
                                        <p:tgtEl>
                                          <p:spTgt spid="30"/>
                                        </p:tgtEl>
                                        <p:attrNameLst>
                                          <p:attrName>style.visibility</p:attrName>
                                        </p:attrNameLst>
                                      </p:cBhvr>
                                      <p:to>
                                        <p:strVal val="visible"/>
                                      </p:to>
                                    </p:set>
                                    <p:animEffect transition="in" filter="fade">
                                      <p:cBhvr>
                                        <p:cTn id="75" dur="500"/>
                                        <p:tgtEl>
                                          <p:spTgt spid="30"/>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16"/>
                                        </p:tgtEl>
                                        <p:attrNameLst>
                                          <p:attrName>style.visibility</p:attrName>
                                        </p:attrNameLst>
                                      </p:cBhvr>
                                      <p:to>
                                        <p:strVal val="visible"/>
                                      </p:to>
                                    </p:set>
                                    <p:animEffect transition="in" filter="fade">
                                      <p:cBhvr>
                                        <p:cTn id="78" dur="500"/>
                                        <p:tgtEl>
                                          <p:spTgt spid="16"/>
                                        </p:tgtEl>
                                      </p:cBhvr>
                                    </p:animEffect>
                                  </p:childTnLst>
                                </p:cTn>
                              </p:par>
                              <p:par>
                                <p:cTn id="79" presetID="10" presetClass="entr" presetSubtype="0" fill="hold" nodeType="withEffect">
                                  <p:stCondLst>
                                    <p:cond delay="0"/>
                                  </p:stCondLst>
                                  <p:childTnLst>
                                    <p:set>
                                      <p:cBhvr>
                                        <p:cTn id="80" dur="1" fill="hold">
                                          <p:stCondLst>
                                            <p:cond delay="0"/>
                                          </p:stCondLst>
                                        </p:cTn>
                                        <p:tgtEl>
                                          <p:spTgt spid="21"/>
                                        </p:tgtEl>
                                        <p:attrNameLst>
                                          <p:attrName>style.visibility</p:attrName>
                                        </p:attrNameLst>
                                      </p:cBhvr>
                                      <p:to>
                                        <p:strVal val="visible"/>
                                      </p:to>
                                    </p:set>
                                    <p:animEffect transition="in" filter="fade">
                                      <p:cBhvr>
                                        <p:cTn id="81" dur="500"/>
                                        <p:tgtEl>
                                          <p:spTgt spid="21"/>
                                        </p:tgtEl>
                                      </p:cBhvr>
                                    </p:animEffect>
                                  </p:childTnLst>
                                </p:cTn>
                              </p:par>
                              <p:par>
                                <p:cTn id="82" presetID="10" presetClass="entr" presetSubtype="0" fill="hold" nodeType="withEffect">
                                  <p:stCondLst>
                                    <p:cond delay="0"/>
                                  </p:stCondLst>
                                  <p:childTnLst>
                                    <p:set>
                                      <p:cBhvr>
                                        <p:cTn id="83" dur="1" fill="hold">
                                          <p:stCondLst>
                                            <p:cond delay="0"/>
                                          </p:stCondLst>
                                        </p:cTn>
                                        <p:tgtEl>
                                          <p:spTgt spid="25"/>
                                        </p:tgtEl>
                                        <p:attrNameLst>
                                          <p:attrName>style.visibility</p:attrName>
                                        </p:attrNameLst>
                                      </p:cBhvr>
                                      <p:to>
                                        <p:strVal val="visible"/>
                                      </p:to>
                                    </p:set>
                                    <p:animEffect transition="in" filter="fade">
                                      <p:cBhvr>
                                        <p:cTn id="84" dur="500"/>
                                        <p:tgtEl>
                                          <p:spTgt spid="25"/>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18"/>
                                        </p:tgtEl>
                                        <p:attrNameLst>
                                          <p:attrName>style.visibility</p:attrName>
                                        </p:attrNameLst>
                                      </p:cBhvr>
                                      <p:to>
                                        <p:strVal val="visible"/>
                                      </p:to>
                                    </p:set>
                                    <p:animEffect transition="in" filter="fade">
                                      <p:cBhvr>
                                        <p:cTn id="8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5" grpId="0" animBg="1"/>
      <p:bldP spid="6" grpId="0" animBg="1"/>
      <p:bldP spid="10" grpId="0" animBg="1"/>
      <p:bldP spid="13" grpId="0" animBg="1"/>
      <p:bldP spid="16" grpId="0" animBg="1"/>
      <p:bldP spid="1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E763B-94AF-B669-DF3A-B0F535982B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97C4C7-845F-CAC6-F135-D5A01C91449B}"/>
              </a:ext>
            </a:extLst>
          </p:cNvPr>
          <p:cNvSpPr>
            <a:spLocks noGrp="1"/>
          </p:cNvSpPr>
          <p:nvPr>
            <p:ph type="title"/>
          </p:nvPr>
        </p:nvSpPr>
        <p:spPr>
          <a:xfrm>
            <a:off x="1" y="27432"/>
            <a:ext cx="10653578" cy="1132258"/>
          </a:xfrm>
        </p:spPr>
        <p:txBody>
          <a:bodyPr/>
          <a:lstStyle/>
          <a:p>
            <a:r>
              <a:rPr lang="en-US" dirty="0"/>
              <a:t>Template Method Pattern</a:t>
            </a:r>
          </a:p>
        </p:txBody>
      </p:sp>
      <p:sp>
        <p:nvSpPr>
          <p:cNvPr id="3" name="Content Placeholder 2">
            <a:extLst>
              <a:ext uri="{FF2B5EF4-FFF2-40B4-BE49-F238E27FC236}">
                <a16:creationId xmlns:a16="http://schemas.microsoft.com/office/drawing/2014/main" id="{2E8917D1-32A2-5F0C-5EAF-C4F2C644E67F}"/>
              </a:ext>
            </a:extLst>
          </p:cNvPr>
          <p:cNvSpPr>
            <a:spLocks noGrp="1"/>
          </p:cNvSpPr>
          <p:nvPr>
            <p:ph idx="1"/>
          </p:nvPr>
        </p:nvSpPr>
        <p:spPr>
          <a:xfrm>
            <a:off x="0" y="548640"/>
            <a:ext cx="10653579" cy="4593828"/>
          </a:xfrm>
        </p:spPr>
        <p:txBody>
          <a:bodyPr>
            <a:normAutofit/>
          </a:bodyPr>
          <a:lstStyle/>
          <a:p>
            <a:r>
              <a:rPr lang="en-US" sz="1400" dirty="0">
                <a:highlight>
                  <a:srgbClr val="FFFF00"/>
                </a:highlight>
              </a:rPr>
              <a:t>An </a:t>
            </a:r>
            <a:r>
              <a:rPr lang="en-US" sz="1400" i="1" dirty="0">
                <a:highlight>
                  <a:srgbClr val="FFFF00"/>
                </a:highlight>
              </a:rPr>
              <a:t>abstract</a:t>
            </a:r>
            <a:r>
              <a:rPr lang="en-US" sz="1400" dirty="0">
                <a:highlight>
                  <a:srgbClr val="FFFF00"/>
                </a:highlight>
              </a:rPr>
              <a:t> or </a:t>
            </a:r>
            <a:r>
              <a:rPr lang="en-US" sz="1400" i="1" dirty="0">
                <a:highlight>
                  <a:srgbClr val="FFFF00"/>
                </a:highlight>
              </a:rPr>
              <a:t>parent </a:t>
            </a:r>
            <a:r>
              <a:rPr lang="en-US" sz="1400" dirty="0">
                <a:highlight>
                  <a:srgbClr val="FFFF00"/>
                </a:highlight>
              </a:rPr>
              <a:t>class defines a template of behaviors that can then be shared across </a:t>
            </a:r>
            <a:r>
              <a:rPr lang="en-US" sz="1400" i="1" dirty="0">
                <a:highlight>
                  <a:srgbClr val="FFFF00"/>
                </a:highlight>
              </a:rPr>
              <a:t>sub</a:t>
            </a:r>
            <a:r>
              <a:rPr lang="en-US" sz="1400" dirty="0">
                <a:highlight>
                  <a:srgbClr val="FFFF00"/>
                </a:highlight>
              </a:rPr>
              <a:t> or </a:t>
            </a:r>
            <a:r>
              <a:rPr lang="en-US" sz="1400" i="1" dirty="0">
                <a:highlight>
                  <a:srgbClr val="FFFF00"/>
                </a:highlight>
              </a:rPr>
              <a:t>child </a:t>
            </a:r>
            <a:r>
              <a:rPr lang="en-US" sz="1400" dirty="0">
                <a:highlight>
                  <a:srgbClr val="FFFF00"/>
                </a:highlight>
              </a:rPr>
              <a:t>classes</a:t>
            </a:r>
          </a:p>
          <a:p>
            <a:r>
              <a:rPr lang="en-US" sz="1400" dirty="0"/>
              <a:t>Application specifying the steps to make various beverages, such as tea, coffee, chamomile, etc.</a:t>
            </a:r>
          </a:p>
          <a:p>
            <a:pPr lvl="1"/>
            <a:r>
              <a:rPr lang="en-US" sz="1400" dirty="0"/>
              <a:t>It’s not a good approach to create objects that each represent beverages (e.g. “Coffee”, “Tea”, “Chamomile”, etc.)</a:t>
            </a:r>
          </a:p>
          <a:p>
            <a:pPr lvl="2"/>
            <a:r>
              <a:rPr lang="en-US" sz="1200" dirty="0"/>
              <a:t>Incredibly inefficient, as some steps may be completely identical (e.g. boiling water, pouring beverage into cup, etc.) and it’s time consuming to write steps on how to make the beverage for every single class</a:t>
            </a:r>
          </a:p>
          <a:p>
            <a:pPr lvl="1"/>
            <a:r>
              <a:rPr lang="en-US" sz="1400" dirty="0"/>
              <a:t>Solution:</a:t>
            </a:r>
          </a:p>
          <a:p>
            <a:pPr lvl="2"/>
            <a:r>
              <a:rPr lang="en-US" sz="1200" dirty="0"/>
              <a:t>An </a:t>
            </a:r>
            <a:r>
              <a:rPr lang="en-US" sz="1200" i="1" dirty="0"/>
              <a:t>abstract</a:t>
            </a:r>
            <a:r>
              <a:rPr lang="en-US" sz="1200" dirty="0"/>
              <a:t> class called “Beverage” will specify the steps that are identical across all beverages, allowing them to be </a:t>
            </a:r>
            <a:r>
              <a:rPr lang="en-US" sz="1200" i="1" dirty="0"/>
              <a:t>inherited </a:t>
            </a:r>
            <a:r>
              <a:rPr lang="en-US" sz="1200" dirty="0"/>
              <a:t>by the </a:t>
            </a:r>
            <a:r>
              <a:rPr lang="en-US" sz="1200" i="1" dirty="0"/>
              <a:t>sub</a:t>
            </a:r>
            <a:r>
              <a:rPr lang="en-US" sz="1200" dirty="0"/>
              <a:t> classes</a:t>
            </a:r>
          </a:p>
        </p:txBody>
      </p:sp>
      <p:sp>
        <p:nvSpPr>
          <p:cNvPr id="15" name="Rectangle 14">
            <a:extLst>
              <a:ext uri="{FF2B5EF4-FFF2-40B4-BE49-F238E27FC236}">
                <a16:creationId xmlns:a16="http://schemas.microsoft.com/office/drawing/2014/main" id="{45D58B59-77FD-3E5C-330A-8DD8DA160AA5}"/>
              </a:ext>
            </a:extLst>
          </p:cNvPr>
          <p:cNvSpPr/>
          <p:nvPr/>
        </p:nvSpPr>
        <p:spPr>
          <a:xfrm>
            <a:off x="3769345" y="2915386"/>
            <a:ext cx="3242901" cy="1132258"/>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a:solidFill>
                  <a:schemeClr val="tx1"/>
                </a:solidFill>
              </a:rPr>
              <a:t>Beverage (abstract class)</a:t>
            </a:r>
          </a:p>
          <a:p>
            <a:pPr algn="ctr"/>
            <a:r>
              <a:rPr lang="en-US" dirty="0">
                <a:solidFill>
                  <a:schemeClr val="tx1"/>
                </a:solidFill>
              </a:rPr>
              <a:t>prepare():</a:t>
            </a:r>
          </a:p>
          <a:p>
            <a:pPr algn="ctr"/>
            <a:r>
              <a:rPr lang="en-US" dirty="0">
                <a:solidFill>
                  <a:schemeClr val="tx1"/>
                </a:solidFill>
              </a:rPr>
              <a:t>brew():</a:t>
            </a:r>
          </a:p>
          <a:p>
            <a:pPr algn="ctr"/>
            <a:r>
              <a:rPr lang="en-US" dirty="0" err="1">
                <a:solidFill>
                  <a:schemeClr val="tx1"/>
                </a:solidFill>
              </a:rPr>
              <a:t>addCondiments</a:t>
            </a:r>
            <a:r>
              <a:rPr lang="en-US" dirty="0">
                <a:solidFill>
                  <a:schemeClr val="tx1"/>
                </a:solidFill>
              </a:rPr>
              <a:t>():</a:t>
            </a:r>
          </a:p>
        </p:txBody>
      </p:sp>
      <p:sp>
        <p:nvSpPr>
          <p:cNvPr id="5" name="Rectangle 4">
            <a:extLst>
              <a:ext uri="{FF2B5EF4-FFF2-40B4-BE49-F238E27FC236}">
                <a16:creationId xmlns:a16="http://schemas.microsoft.com/office/drawing/2014/main" id="{EA5F47AE-8C60-9C2A-91C9-BFBF93153E46}"/>
              </a:ext>
            </a:extLst>
          </p:cNvPr>
          <p:cNvSpPr/>
          <p:nvPr/>
        </p:nvSpPr>
        <p:spPr>
          <a:xfrm>
            <a:off x="1314933" y="5039784"/>
            <a:ext cx="2684734" cy="1300192"/>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a:solidFill>
                  <a:schemeClr val="tx1"/>
                </a:solidFill>
              </a:rPr>
              <a:t>Tea</a:t>
            </a:r>
            <a:endParaRPr lang="en-US" dirty="0">
              <a:solidFill>
                <a:schemeClr val="tx1"/>
              </a:solidFill>
            </a:endParaRPr>
          </a:p>
          <a:p>
            <a:pPr algn="ctr"/>
            <a:r>
              <a:rPr lang="en-US" dirty="0">
                <a:solidFill>
                  <a:schemeClr val="tx1"/>
                </a:solidFill>
              </a:rPr>
              <a:t>brew():</a:t>
            </a:r>
          </a:p>
          <a:p>
            <a:pPr algn="ctr"/>
            <a:r>
              <a:rPr lang="en-US" dirty="0" err="1">
                <a:solidFill>
                  <a:schemeClr val="tx1"/>
                </a:solidFill>
              </a:rPr>
              <a:t>addCondiments</a:t>
            </a:r>
            <a:r>
              <a:rPr lang="en-US" dirty="0">
                <a:solidFill>
                  <a:schemeClr val="tx1"/>
                </a:solidFill>
              </a:rPr>
              <a:t>():</a:t>
            </a:r>
          </a:p>
        </p:txBody>
      </p:sp>
      <p:cxnSp>
        <p:nvCxnSpPr>
          <p:cNvPr id="12" name="Straight Arrow Connector 11">
            <a:extLst>
              <a:ext uri="{FF2B5EF4-FFF2-40B4-BE49-F238E27FC236}">
                <a16:creationId xmlns:a16="http://schemas.microsoft.com/office/drawing/2014/main" id="{52A966CD-8631-3963-ABA2-1DEB407EACAB}"/>
              </a:ext>
            </a:extLst>
          </p:cNvPr>
          <p:cNvCxnSpPr>
            <a:cxnSpLocks/>
          </p:cNvCxnSpPr>
          <p:nvPr/>
        </p:nvCxnSpPr>
        <p:spPr>
          <a:xfrm flipH="1" flipV="1">
            <a:off x="6766560" y="4224528"/>
            <a:ext cx="1801857" cy="67814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EA7CCBD8-D82C-5822-9699-0DAFDDDE6D55}"/>
              </a:ext>
            </a:extLst>
          </p:cNvPr>
          <p:cNvSpPr/>
          <p:nvPr/>
        </p:nvSpPr>
        <p:spPr>
          <a:xfrm>
            <a:off x="4327512" y="5021542"/>
            <a:ext cx="2684734" cy="1300192"/>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a:solidFill>
                  <a:schemeClr val="tx1"/>
                </a:solidFill>
              </a:rPr>
              <a:t>Coffee</a:t>
            </a:r>
            <a:endParaRPr lang="en-US" dirty="0">
              <a:solidFill>
                <a:schemeClr val="tx1"/>
              </a:solidFill>
            </a:endParaRPr>
          </a:p>
          <a:p>
            <a:pPr algn="ctr"/>
            <a:r>
              <a:rPr lang="en-US" dirty="0">
                <a:solidFill>
                  <a:schemeClr val="tx1"/>
                </a:solidFill>
              </a:rPr>
              <a:t>brew():</a:t>
            </a:r>
          </a:p>
          <a:p>
            <a:pPr algn="ctr"/>
            <a:r>
              <a:rPr lang="en-US" dirty="0" err="1">
                <a:solidFill>
                  <a:schemeClr val="tx1"/>
                </a:solidFill>
              </a:rPr>
              <a:t>addCondiments</a:t>
            </a:r>
            <a:r>
              <a:rPr lang="en-US" dirty="0">
                <a:solidFill>
                  <a:schemeClr val="tx1"/>
                </a:solidFill>
              </a:rPr>
              <a:t>():</a:t>
            </a:r>
          </a:p>
        </p:txBody>
      </p:sp>
      <p:sp>
        <p:nvSpPr>
          <p:cNvPr id="9" name="Rectangle 8">
            <a:extLst>
              <a:ext uri="{FF2B5EF4-FFF2-40B4-BE49-F238E27FC236}">
                <a16:creationId xmlns:a16="http://schemas.microsoft.com/office/drawing/2014/main" id="{C16955AE-A99C-5DB4-FCA4-85D24915A062}"/>
              </a:ext>
            </a:extLst>
          </p:cNvPr>
          <p:cNvSpPr/>
          <p:nvPr/>
        </p:nvSpPr>
        <p:spPr>
          <a:xfrm>
            <a:off x="7435258" y="5021542"/>
            <a:ext cx="2684734" cy="1300192"/>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a:solidFill>
                  <a:schemeClr val="tx1"/>
                </a:solidFill>
              </a:rPr>
              <a:t>Chamomile</a:t>
            </a:r>
            <a:endParaRPr lang="en-US" dirty="0">
              <a:solidFill>
                <a:schemeClr val="tx1"/>
              </a:solidFill>
            </a:endParaRPr>
          </a:p>
          <a:p>
            <a:pPr algn="ctr"/>
            <a:r>
              <a:rPr lang="en-US" dirty="0">
                <a:solidFill>
                  <a:schemeClr val="tx1"/>
                </a:solidFill>
              </a:rPr>
              <a:t>brew():</a:t>
            </a:r>
          </a:p>
        </p:txBody>
      </p:sp>
      <p:cxnSp>
        <p:nvCxnSpPr>
          <p:cNvPr id="17" name="Straight Arrow Connector 16">
            <a:extLst>
              <a:ext uri="{FF2B5EF4-FFF2-40B4-BE49-F238E27FC236}">
                <a16:creationId xmlns:a16="http://schemas.microsoft.com/office/drawing/2014/main" id="{3163666C-644F-AB43-8DBB-CEDF200EFF25}"/>
              </a:ext>
            </a:extLst>
          </p:cNvPr>
          <p:cNvCxnSpPr>
            <a:cxnSpLocks/>
          </p:cNvCxnSpPr>
          <p:nvPr/>
        </p:nvCxnSpPr>
        <p:spPr>
          <a:xfrm flipV="1">
            <a:off x="5425441" y="4166516"/>
            <a:ext cx="0" cy="75678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343478B5-4390-ACE7-FD13-39C4C05AD029}"/>
              </a:ext>
            </a:extLst>
          </p:cNvPr>
          <p:cNvCxnSpPr>
            <a:cxnSpLocks/>
          </p:cNvCxnSpPr>
          <p:nvPr/>
        </p:nvCxnSpPr>
        <p:spPr>
          <a:xfrm flipV="1">
            <a:off x="2657300" y="4224528"/>
            <a:ext cx="1896412" cy="67814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31316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500"/>
                                        <p:tgtEl>
                                          <p:spTgt spid="15"/>
                                        </p:tgtEl>
                                      </p:cBhvr>
                                    </p:animEffect>
                                  </p:childTnLst>
                                </p:cTn>
                              </p:par>
                              <p:par>
                                <p:cTn id="33" presetID="10" presetClass="entr" presetSubtype="0" fill="hold" nodeType="with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500"/>
                                        <p:tgtEl>
                                          <p:spTgt spid="2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5"/>
                                        </p:tgtEl>
                                        <p:attrNameLst>
                                          <p:attrName>style.visibility</p:attrName>
                                        </p:attrNameLst>
                                      </p:cBhvr>
                                      <p:to>
                                        <p:strVal val="visible"/>
                                      </p:to>
                                    </p:set>
                                    <p:animEffect transition="in" filter="fade">
                                      <p:cBhvr>
                                        <p:cTn id="38" dur="500"/>
                                        <p:tgtEl>
                                          <p:spTgt spid="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fade">
                                      <p:cBhvr>
                                        <p:cTn id="41" dur="500"/>
                                        <p:tgtEl>
                                          <p:spTgt spid="7"/>
                                        </p:tgtEl>
                                      </p:cBhvr>
                                    </p:animEffect>
                                  </p:childTnLst>
                                </p:cTn>
                              </p:par>
                              <p:par>
                                <p:cTn id="42" presetID="10" presetClass="entr" presetSubtype="0" fill="hold"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500"/>
                                        <p:tgtEl>
                                          <p:spTgt spid="17"/>
                                        </p:tgtEl>
                                      </p:cBhvr>
                                    </p:animEffect>
                                  </p:childTnLst>
                                </p:cTn>
                              </p:par>
                              <p:par>
                                <p:cTn id="45" presetID="10" presetClass="entr" presetSubtype="0" fill="hold" nodeType="with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500"/>
                                        <p:tgtEl>
                                          <p:spTgt spid="12"/>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9"/>
                                        </p:tgtEl>
                                        <p:attrNameLst>
                                          <p:attrName>style.visibility</p:attrName>
                                        </p:attrNameLst>
                                      </p:cBhvr>
                                      <p:to>
                                        <p:strVal val="visible"/>
                                      </p:to>
                                    </p:set>
                                    <p:animEffect transition="in" filter="fade">
                                      <p:cBhvr>
                                        <p:cTn id="5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5" grpId="0" animBg="1"/>
      <p:bldP spid="7" grpId="0" animBg="1"/>
      <p:bldP spid="9"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54944-69F5-0190-B417-567AEB5C13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B859C8-01C2-F2CD-F8E8-65E6ADA7DBE1}"/>
              </a:ext>
            </a:extLst>
          </p:cNvPr>
          <p:cNvSpPr>
            <a:spLocks noGrp="1"/>
          </p:cNvSpPr>
          <p:nvPr>
            <p:ph type="title"/>
          </p:nvPr>
        </p:nvSpPr>
        <p:spPr>
          <a:xfrm>
            <a:off x="1" y="27432"/>
            <a:ext cx="10653578" cy="1132258"/>
          </a:xfrm>
        </p:spPr>
        <p:txBody>
          <a:bodyPr/>
          <a:lstStyle/>
          <a:p>
            <a:r>
              <a:rPr lang="en-US" dirty="0"/>
              <a:t>Observer Pattern</a:t>
            </a:r>
          </a:p>
        </p:txBody>
      </p:sp>
      <p:sp>
        <p:nvSpPr>
          <p:cNvPr id="3" name="Content Placeholder 2">
            <a:extLst>
              <a:ext uri="{FF2B5EF4-FFF2-40B4-BE49-F238E27FC236}">
                <a16:creationId xmlns:a16="http://schemas.microsoft.com/office/drawing/2014/main" id="{DB85D121-BA17-E3BA-E7B6-530D06AD8D11}"/>
              </a:ext>
            </a:extLst>
          </p:cNvPr>
          <p:cNvSpPr>
            <a:spLocks noGrp="1"/>
          </p:cNvSpPr>
          <p:nvPr>
            <p:ph idx="1"/>
          </p:nvPr>
        </p:nvSpPr>
        <p:spPr>
          <a:xfrm>
            <a:off x="0" y="548640"/>
            <a:ext cx="10653579" cy="4593828"/>
          </a:xfrm>
        </p:spPr>
        <p:txBody>
          <a:bodyPr>
            <a:normAutofit/>
          </a:bodyPr>
          <a:lstStyle/>
          <a:p>
            <a:r>
              <a:rPr lang="en-US" sz="1400" dirty="0">
                <a:highlight>
                  <a:srgbClr val="FFFF00"/>
                </a:highlight>
              </a:rPr>
              <a:t>An object known as the </a:t>
            </a:r>
            <a:r>
              <a:rPr lang="en-US" sz="1400" i="1" dirty="0">
                <a:highlight>
                  <a:srgbClr val="FFFF00"/>
                </a:highlight>
              </a:rPr>
              <a:t>subject </a:t>
            </a:r>
            <a:r>
              <a:rPr lang="en-US" sz="1400" dirty="0">
                <a:highlight>
                  <a:srgbClr val="FFFF00"/>
                </a:highlight>
              </a:rPr>
              <a:t>keeps track of and maintains other objects known as the </a:t>
            </a:r>
            <a:r>
              <a:rPr lang="en-US" sz="1400" i="1" dirty="0">
                <a:highlight>
                  <a:srgbClr val="FFFF00"/>
                </a:highlight>
              </a:rPr>
              <a:t>observers</a:t>
            </a:r>
            <a:endParaRPr lang="en-US" sz="1400" dirty="0">
              <a:highlight>
                <a:srgbClr val="FFFF00"/>
              </a:highlight>
            </a:endParaRPr>
          </a:p>
          <a:p>
            <a:r>
              <a:rPr lang="en-US" sz="1400" dirty="0"/>
              <a:t>Application for managing multiple spreadsheet in an Excel file</a:t>
            </a:r>
          </a:p>
          <a:p>
            <a:pPr lvl="1"/>
            <a:r>
              <a:rPr lang="en-US" sz="1400" dirty="0"/>
              <a:t>The spreadsheets could be modeled as the </a:t>
            </a:r>
            <a:r>
              <a:rPr lang="en-US" sz="1400" i="1" dirty="0"/>
              <a:t>observer </a:t>
            </a:r>
            <a:r>
              <a:rPr lang="en-US" sz="1400" dirty="0"/>
              <a:t>objects that are part of the Excel file object, which therefore could be modeled as the </a:t>
            </a:r>
            <a:r>
              <a:rPr lang="en-US" sz="1400" i="1" dirty="0"/>
              <a:t>subject</a:t>
            </a:r>
            <a:r>
              <a:rPr lang="en-US" sz="1400" dirty="0"/>
              <a:t> class</a:t>
            </a:r>
          </a:p>
          <a:p>
            <a:pPr lvl="2"/>
            <a:r>
              <a:rPr lang="en-US" sz="1200" dirty="0"/>
              <a:t>The Excel file ultimately keeps track of the edits and content of the spreadsheets</a:t>
            </a:r>
          </a:p>
        </p:txBody>
      </p:sp>
      <p:sp>
        <p:nvSpPr>
          <p:cNvPr id="10" name="Rectangle 9">
            <a:extLst>
              <a:ext uri="{FF2B5EF4-FFF2-40B4-BE49-F238E27FC236}">
                <a16:creationId xmlns:a16="http://schemas.microsoft.com/office/drawing/2014/main" id="{63CE106D-D467-59A6-DD58-36FC1BA07792}"/>
              </a:ext>
            </a:extLst>
          </p:cNvPr>
          <p:cNvSpPr/>
          <p:nvPr/>
        </p:nvSpPr>
        <p:spPr>
          <a:xfrm>
            <a:off x="5604333" y="2817955"/>
            <a:ext cx="3065937" cy="89355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a:solidFill>
                  <a:schemeClr val="tx1"/>
                </a:solidFill>
              </a:rPr>
              <a:t>Observer (interface)</a:t>
            </a:r>
            <a:endParaRPr lang="en-US" dirty="0">
              <a:solidFill>
                <a:schemeClr val="tx1"/>
              </a:solidFill>
            </a:endParaRPr>
          </a:p>
          <a:p>
            <a:pPr algn="ctr"/>
            <a:r>
              <a:rPr lang="en-US" dirty="0">
                <a:solidFill>
                  <a:schemeClr val="tx1"/>
                </a:solidFill>
              </a:rPr>
              <a:t>update():</a:t>
            </a:r>
          </a:p>
        </p:txBody>
      </p:sp>
      <p:sp>
        <p:nvSpPr>
          <p:cNvPr id="26" name="Rectangle 25">
            <a:extLst>
              <a:ext uri="{FF2B5EF4-FFF2-40B4-BE49-F238E27FC236}">
                <a16:creationId xmlns:a16="http://schemas.microsoft.com/office/drawing/2014/main" id="{9EDCBA8A-344F-ADBE-8789-08C1E00E74DB}"/>
              </a:ext>
            </a:extLst>
          </p:cNvPr>
          <p:cNvSpPr/>
          <p:nvPr/>
        </p:nvSpPr>
        <p:spPr>
          <a:xfrm>
            <a:off x="166524" y="2569838"/>
            <a:ext cx="3454500" cy="1432737"/>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a:solidFill>
                  <a:schemeClr val="tx1"/>
                </a:solidFill>
              </a:rPr>
              <a:t>File (abstract class)</a:t>
            </a:r>
            <a:endParaRPr lang="en-US" dirty="0">
              <a:solidFill>
                <a:schemeClr val="tx1"/>
              </a:solidFill>
            </a:endParaRPr>
          </a:p>
          <a:p>
            <a:pPr algn="ctr"/>
            <a:r>
              <a:rPr lang="en-US" dirty="0" err="1">
                <a:solidFill>
                  <a:schemeClr val="tx1"/>
                </a:solidFill>
              </a:rPr>
              <a:t>addSheet</a:t>
            </a:r>
            <a:r>
              <a:rPr lang="en-US" dirty="0">
                <a:solidFill>
                  <a:schemeClr val="tx1"/>
                </a:solidFill>
              </a:rPr>
              <a:t>():</a:t>
            </a:r>
          </a:p>
          <a:p>
            <a:pPr algn="ctr"/>
            <a:r>
              <a:rPr lang="en-US" dirty="0" err="1">
                <a:solidFill>
                  <a:schemeClr val="tx1"/>
                </a:solidFill>
              </a:rPr>
              <a:t>removeSheet</a:t>
            </a:r>
            <a:r>
              <a:rPr lang="en-US" dirty="0">
                <a:solidFill>
                  <a:schemeClr val="tx1"/>
                </a:solidFill>
              </a:rPr>
              <a:t>():</a:t>
            </a:r>
          </a:p>
          <a:p>
            <a:pPr algn="ctr"/>
            <a:r>
              <a:rPr lang="en-US" dirty="0" err="1">
                <a:solidFill>
                  <a:schemeClr val="tx1"/>
                </a:solidFill>
              </a:rPr>
              <a:t>notifySheets</a:t>
            </a:r>
            <a:r>
              <a:rPr lang="en-US" dirty="0">
                <a:solidFill>
                  <a:schemeClr val="tx1"/>
                </a:solidFill>
              </a:rPr>
              <a:t>():</a:t>
            </a:r>
          </a:p>
          <a:p>
            <a:pPr algn="ctr"/>
            <a:endParaRPr lang="en-US" dirty="0">
              <a:solidFill>
                <a:schemeClr val="tx1"/>
              </a:solidFill>
            </a:endParaRPr>
          </a:p>
        </p:txBody>
      </p:sp>
      <p:sp>
        <p:nvSpPr>
          <p:cNvPr id="11" name="Rectangle 10">
            <a:extLst>
              <a:ext uri="{FF2B5EF4-FFF2-40B4-BE49-F238E27FC236}">
                <a16:creationId xmlns:a16="http://schemas.microsoft.com/office/drawing/2014/main" id="{04951365-FA6E-00A7-1594-9B7FB9DE5E8F}"/>
              </a:ext>
            </a:extLst>
          </p:cNvPr>
          <p:cNvSpPr/>
          <p:nvPr/>
        </p:nvSpPr>
        <p:spPr>
          <a:xfrm>
            <a:off x="4735075" y="5030352"/>
            <a:ext cx="2068062" cy="1040246"/>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a:solidFill>
                  <a:schemeClr val="tx1"/>
                </a:solidFill>
              </a:rPr>
              <a:t>Sheet1</a:t>
            </a:r>
            <a:endParaRPr lang="en-US" dirty="0">
              <a:solidFill>
                <a:schemeClr val="tx1"/>
              </a:solidFill>
            </a:endParaRPr>
          </a:p>
          <a:p>
            <a:pPr algn="ctr"/>
            <a:r>
              <a:rPr lang="en-US" dirty="0">
                <a:solidFill>
                  <a:schemeClr val="tx1"/>
                </a:solidFill>
              </a:rPr>
              <a:t>update():</a:t>
            </a:r>
          </a:p>
        </p:txBody>
      </p:sp>
      <p:cxnSp>
        <p:nvCxnSpPr>
          <p:cNvPr id="32" name="Straight Arrow Connector 31">
            <a:extLst>
              <a:ext uri="{FF2B5EF4-FFF2-40B4-BE49-F238E27FC236}">
                <a16:creationId xmlns:a16="http://schemas.microsoft.com/office/drawing/2014/main" id="{35BBB4A4-6D5B-7399-5593-13ACFDF5A8CA}"/>
              </a:ext>
            </a:extLst>
          </p:cNvPr>
          <p:cNvCxnSpPr>
            <a:cxnSpLocks/>
          </p:cNvCxnSpPr>
          <p:nvPr/>
        </p:nvCxnSpPr>
        <p:spPr>
          <a:xfrm>
            <a:off x="3803904" y="3286206"/>
            <a:ext cx="1522885"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05560BFF-035B-AFB8-325C-33D88A6D9CB9}"/>
              </a:ext>
            </a:extLst>
          </p:cNvPr>
          <p:cNvSpPr/>
          <p:nvPr/>
        </p:nvSpPr>
        <p:spPr>
          <a:xfrm>
            <a:off x="7082035" y="5030352"/>
            <a:ext cx="2068062" cy="1040246"/>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a:solidFill>
                  <a:schemeClr val="tx1"/>
                </a:solidFill>
              </a:rPr>
              <a:t>Sheet2</a:t>
            </a:r>
            <a:endParaRPr lang="en-US" dirty="0">
              <a:solidFill>
                <a:schemeClr val="tx1"/>
              </a:solidFill>
            </a:endParaRPr>
          </a:p>
          <a:p>
            <a:pPr algn="ctr"/>
            <a:r>
              <a:rPr lang="en-US" dirty="0">
                <a:solidFill>
                  <a:schemeClr val="tx1"/>
                </a:solidFill>
              </a:rPr>
              <a:t>update():</a:t>
            </a:r>
          </a:p>
        </p:txBody>
      </p:sp>
      <p:sp>
        <p:nvSpPr>
          <p:cNvPr id="12" name="Rectangle 11">
            <a:extLst>
              <a:ext uri="{FF2B5EF4-FFF2-40B4-BE49-F238E27FC236}">
                <a16:creationId xmlns:a16="http://schemas.microsoft.com/office/drawing/2014/main" id="{341FEE9D-24C5-723B-D245-36A5D9F3F593}"/>
              </a:ext>
            </a:extLst>
          </p:cNvPr>
          <p:cNvSpPr/>
          <p:nvPr/>
        </p:nvSpPr>
        <p:spPr>
          <a:xfrm>
            <a:off x="193956" y="4947307"/>
            <a:ext cx="3454500" cy="1432737"/>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err="1">
                <a:solidFill>
                  <a:schemeClr val="tx1"/>
                </a:solidFill>
              </a:rPr>
              <a:t>ExcelFile</a:t>
            </a:r>
            <a:endParaRPr lang="en-US" dirty="0">
              <a:solidFill>
                <a:schemeClr val="tx1"/>
              </a:solidFill>
            </a:endParaRPr>
          </a:p>
          <a:p>
            <a:pPr algn="ctr"/>
            <a:r>
              <a:rPr lang="en-US" dirty="0" err="1">
                <a:solidFill>
                  <a:schemeClr val="tx1"/>
                </a:solidFill>
              </a:rPr>
              <a:t>addSheet</a:t>
            </a:r>
            <a:r>
              <a:rPr lang="en-US" dirty="0">
                <a:solidFill>
                  <a:schemeClr val="tx1"/>
                </a:solidFill>
              </a:rPr>
              <a:t>():</a:t>
            </a:r>
          </a:p>
          <a:p>
            <a:pPr algn="ctr"/>
            <a:r>
              <a:rPr lang="en-US" dirty="0" err="1">
                <a:solidFill>
                  <a:schemeClr val="tx1"/>
                </a:solidFill>
              </a:rPr>
              <a:t>removeSheet</a:t>
            </a:r>
            <a:r>
              <a:rPr lang="en-US" dirty="0">
                <a:solidFill>
                  <a:schemeClr val="tx1"/>
                </a:solidFill>
              </a:rPr>
              <a:t>()</a:t>
            </a:r>
          </a:p>
          <a:p>
            <a:pPr algn="ctr"/>
            <a:endParaRPr lang="en-US" dirty="0">
              <a:solidFill>
                <a:schemeClr val="tx1"/>
              </a:solidFill>
            </a:endParaRPr>
          </a:p>
        </p:txBody>
      </p:sp>
      <p:cxnSp>
        <p:nvCxnSpPr>
          <p:cNvPr id="13" name="Straight Arrow Connector 12">
            <a:extLst>
              <a:ext uri="{FF2B5EF4-FFF2-40B4-BE49-F238E27FC236}">
                <a16:creationId xmlns:a16="http://schemas.microsoft.com/office/drawing/2014/main" id="{4D8BF820-CA16-5CDD-C7DA-0EEDA84B3C4F}"/>
              </a:ext>
            </a:extLst>
          </p:cNvPr>
          <p:cNvCxnSpPr>
            <a:cxnSpLocks/>
          </p:cNvCxnSpPr>
          <p:nvPr/>
        </p:nvCxnSpPr>
        <p:spPr>
          <a:xfrm flipV="1">
            <a:off x="1886563" y="4124406"/>
            <a:ext cx="0" cy="65790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2DAEA6EB-64BC-D306-ABFB-954579FC84F2}"/>
              </a:ext>
            </a:extLst>
          </p:cNvPr>
          <p:cNvCxnSpPr>
            <a:cxnSpLocks/>
          </p:cNvCxnSpPr>
          <p:nvPr/>
        </p:nvCxnSpPr>
        <p:spPr>
          <a:xfrm flipV="1">
            <a:off x="5759813" y="3858768"/>
            <a:ext cx="970171" cy="108853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90589F73-8CEE-1549-AA32-41C35C69B53B}"/>
              </a:ext>
            </a:extLst>
          </p:cNvPr>
          <p:cNvCxnSpPr>
            <a:cxnSpLocks/>
          </p:cNvCxnSpPr>
          <p:nvPr/>
        </p:nvCxnSpPr>
        <p:spPr>
          <a:xfrm flipH="1" flipV="1">
            <a:off x="7137301" y="3858768"/>
            <a:ext cx="978765" cy="108853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46470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par>
                                <p:cTn id="18" presetID="10" presetClass="entr" presetSubtype="0" fill="hold"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500"/>
                                        <p:tgtEl>
                                          <p:spTgt spid="1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childTnLst>
                                </p:cTn>
                              </p:par>
                              <p:par>
                                <p:cTn id="27" presetID="10" presetClass="entr" presetSubtype="0" fill="hold" nodeType="with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500"/>
                                        <p:tgtEl>
                                          <p:spTgt spid="17"/>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3">
                                            <p:txEl>
                                              <p:pRg st="3" end="3"/>
                                            </p:txEl>
                                          </p:spTgt>
                                        </p:tgtEl>
                                        <p:attrNameLst>
                                          <p:attrName>style.visibility</p:attrName>
                                        </p:attrNameLst>
                                      </p:cBhvr>
                                      <p:to>
                                        <p:strVal val="visible"/>
                                      </p:to>
                                    </p:set>
                                    <p:animEffect transition="in" filter="fade">
                                      <p:cBhvr>
                                        <p:cTn id="34" dur="500"/>
                                        <p:tgtEl>
                                          <p:spTgt spid="3">
                                            <p:txEl>
                                              <p:pRg st="3" end="3"/>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500"/>
                                        <p:tgtEl>
                                          <p:spTgt spid="32"/>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6"/>
                                        </p:tgtEl>
                                        <p:attrNameLst>
                                          <p:attrName>style.visibility</p:attrName>
                                        </p:attrNameLst>
                                      </p:cBhvr>
                                      <p:to>
                                        <p:strVal val="visible"/>
                                      </p:to>
                                    </p:set>
                                    <p:animEffect transition="in" filter="fade">
                                      <p:cBhvr>
                                        <p:cTn id="42" dur="500"/>
                                        <p:tgtEl>
                                          <p:spTgt spid="26"/>
                                        </p:tgtEl>
                                      </p:cBhvr>
                                    </p:animEffect>
                                  </p:childTnLst>
                                </p:cTn>
                              </p:par>
                              <p:par>
                                <p:cTn id="43" presetID="10" presetClass="entr" presetSubtype="0" fill="hold" nodeType="withEffect">
                                  <p:stCondLst>
                                    <p:cond delay="0"/>
                                  </p:stCondLst>
                                  <p:childTnLst>
                                    <p:set>
                                      <p:cBhvr>
                                        <p:cTn id="44" dur="1" fill="hold">
                                          <p:stCondLst>
                                            <p:cond delay="0"/>
                                          </p:stCondLst>
                                        </p:cTn>
                                        <p:tgtEl>
                                          <p:spTgt spid="13"/>
                                        </p:tgtEl>
                                        <p:attrNameLst>
                                          <p:attrName>style.visibility</p:attrName>
                                        </p:attrNameLst>
                                      </p:cBhvr>
                                      <p:to>
                                        <p:strVal val="visible"/>
                                      </p:to>
                                    </p:set>
                                    <p:animEffect transition="in" filter="fade">
                                      <p:cBhvr>
                                        <p:cTn id="45" dur="500"/>
                                        <p:tgtEl>
                                          <p:spTgt spid="13"/>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2"/>
                                        </p:tgtEl>
                                        <p:attrNameLst>
                                          <p:attrName>style.visibility</p:attrName>
                                        </p:attrNameLst>
                                      </p:cBhvr>
                                      <p:to>
                                        <p:strVal val="visible"/>
                                      </p:to>
                                    </p:set>
                                    <p:animEffect transition="in" filter="fade">
                                      <p:cBhvr>
                                        <p:cTn id="48"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26" grpId="0" animBg="1"/>
      <p:bldP spid="11" grpId="0" animBg="1"/>
      <p:bldP spid="7" grpId="0" animBg="1"/>
      <p:bldP spid="12"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0A0E14-DC74-94D7-62B8-6AF4EA5C48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E3A192-6333-8668-0888-A4D85D15BA33}"/>
              </a:ext>
            </a:extLst>
          </p:cNvPr>
          <p:cNvSpPr>
            <a:spLocks noGrp="1"/>
          </p:cNvSpPr>
          <p:nvPr>
            <p:ph type="title"/>
          </p:nvPr>
        </p:nvSpPr>
        <p:spPr>
          <a:xfrm>
            <a:off x="1" y="27432"/>
            <a:ext cx="10653578" cy="1132258"/>
          </a:xfrm>
        </p:spPr>
        <p:txBody>
          <a:bodyPr/>
          <a:lstStyle/>
          <a:p>
            <a:r>
              <a:rPr lang="en-US" dirty="0"/>
              <a:t>Mediator Pattern</a:t>
            </a:r>
          </a:p>
        </p:txBody>
      </p:sp>
      <p:sp>
        <p:nvSpPr>
          <p:cNvPr id="3" name="Content Placeholder 2">
            <a:extLst>
              <a:ext uri="{FF2B5EF4-FFF2-40B4-BE49-F238E27FC236}">
                <a16:creationId xmlns:a16="http://schemas.microsoft.com/office/drawing/2014/main" id="{FB8F5C8E-C19B-B247-C467-C35A7D6226B7}"/>
              </a:ext>
            </a:extLst>
          </p:cNvPr>
          <p:cNvSpPr>
            <a:spLocks noGrp="1"/>
          </p:cNvSpPr>
          <p:nvPr>
            <p:ph idx="1"/>
          </p:nvPr>
        </p:nvSpPr>
        <p:spPr>
          <a:xfrm>
            <a:off x="0" y="548640"/>
            <a:ext cx="10653579" cy="4593828"/>
          </a:xfrm>
        </p:spPr>
        <p:txBody>
          <a:bodyPr>
            <a:normAutofit/>
          </a:bodyPr>
          <a:lstStyle/>
          <a:p>
            <a:r>
              <a:rPr lang="en-US" sz="1400" dirty="0">
                <a:highlight>
                  <a:srgbClr val="FFFF00"/>
                </a:highlight>
              </a:rPr>
              <a:t>Allows multiple objects to interact with each other without them having access to each other’s information</a:t>
            </a:r>
          </a:p>
          <a:p>
            <a:pPr lvl="1"/>
            <a:r>
              <a:rPr lang="en-US" sz="1200" dirty="0"/>
              <a:t>A </a:t>
            </a:r>
            <a:r>
              <a:rPr lang="en-US" sz="1200" i="1" dirty="0"/>
              <a:t>meditator </a:t>
            </a:r>
            <a:r>
              <a:rPr lang="en-US" sz="1200" dirty="0"/>
              <a:t>object facilitates the interaction between these objects</a:t>
            </a:r>
          </a:p>
          <a:p>
            <a:r>
              <a:rPr lang="en-US" sz="1400" dirty="0"/>
              <a:t>Application for a blog containing various posts</a:t>
            </a:r>
          </a:p>
          <a:p>
            <a:pPr lvl="1"/>
            <a:r>
              <a:rPr lang="en-US" sz="1400" dirty="0"/>
              <a:t>There exist 3 different states</a:t>
            </a:r>
            <a:r>
              <a:rPr lang="en-US" sz="1400" i="1" dirty="0"/>
              <a:t> </a:t>
            </a:r>
            <a:r>
              <a:rPr lang="en-US" sz="1400" dirty="0"/>
              <a:t>with the posts:</a:t>
            </a:r>
          </a:p>
          <a:p>
            <a:pPr lvl="2"/>
            <a:r>
              <a:rPr lang="en-US" sz="1200" dirty="0"/>
              <a:t>No post gets selected to be edited, a post gets selected to be edited and able to be saved, a post gets selected to be edited with saving it being disabled (i.e. missing required information on the post)</a:t>
            </a:r>
          </a:p>
          <a:p>
            <a:pPr lvl="2"/>
            <a:r>
              <a:rPr lang="en-US" sz="1200" dirty="0"/>
              <a:t>The editing and saving actions constantly must </a:t>
            </a:r>
            <a:r>
              <a:rPr lang="en-US" sz="1200" i="1" dirty="0"/>
              <a:t>interact</a:t>
            </a:r>
            <a:r>
              <a:rPr lang="en-US" sz="1200" dirty="0"/>
              <a:t> with each other to determine the appropriate state</a:t>
            </a:r>
          </a:p>
          <a:p>
            <a:pPr lvl="1"/>
            <a:r>
              <a:rPr lang="en-US" sz="1400" dirty="0"/>
              <a:t>Those actions can be modeled as separate objects</a:t>
            </a:r>
          </a:p>
          <a:p>
            <a:pPr lvl="2"/>
            <a:r>
              <a:rPr lang="en-US" sz="1200" dirty="0"/>
              <a:t>The “</a:t>
            </a:r>
            <a:r>
              <a:rPr lang="en-US" sz="1200" dirty="0" err="1"/>
              <a:t>DialogBox</a:t>
            </a:r>
            <a:r>
              <a:rPr lang="en-US" sz="1200" dirty="0"/>
              <a:t>” </a:t>
            </a:r>
            <a:r>
              <a:rPr lang="en-US" sz="1200" u="sng" dirty="0"/>
              <a:t>abstract</a:t>
            </a:r>
            <a:r>
              <a:rPr lang="en-US" sz="1200" dirty="0"/>
              <a:t> class will serve as the </a:t>
            </a:r>
            <a:r>
              <a:rPr lang="en-US" sz="1200" i="1" dirty="0"/>
              <a:t>mediator</a:t>
            </a:r>
            <a:r>
              <a:rPr lang="en-US" sz="1200" dirty="0"/>
              <a:t>, enabling the ability for all the necessary actions used for determining the 3 states to </a:t>
            </a:r>
            <a:r>
              <a:rPr lang="en-US" sz="1200" i="1" dirty="0"/>
              <a:t>interact</a:t>
            </a:r>
            <a:r>
              <a:rPr lang="en-US" sz="1200" dirty="0"/>
              <a:t> with each – while </a:t>
            </a:r>
            <a:r>
              <a:rPr lang="en-US" sz="1200" i="1" dirty="0"/>
              <a:t>encapsulating</a:t>
            </a:r>
            <a:r>
              <a:rPr lang="en-US" sz="1200" dirty="0"/>
              <a:t> the internal structures of those actions by having them defined as objects</a:t>
            </a:r>
            <a:endParaRPr lang="en-US" sz="1000" dirty="0"/>
          </a:p>
        </p:txBody>
      </p:sp>
      <p:sp>
        <p:nvSpPr>
          <p:cNvPr id="26" name="Rectangle 25">
            <a:extLst>
              <a:ext uri="{FF2B5EF4-FFF2-40B4-BE49-F238E27FC236}">
                <a16:creationId xmlns:a16="http://schemas.microsoft.com/office/drawing/2014/main" id="{A9F3AF0C-C57E-A2F3-EA59-DBB60BF9EAA9}"/>
              </a:ext>
            </a:extLst>
          </p:cNvPr>
          <p:cNvSpPr/>
          <p:nvPr/>
        </p:nvSpPr>
        <p:spPr>
          <a:xfrm>
            <a:off x="4076477" y="3552065"/>
            <a:ext cx="3454500" cy="1241686"/>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err="1">
                <a:solidFill>
                  <a:schemeClr val="tx1"/>
                </a:solidFill>
              </a:rPr>
              <a:t>DialogBox</a:t>
            </a:r>
            <a:r>
              <a:rPr lang="en-US" u="sng" dirty="0">
                <a:solidFill>
                  <a:schemeClr val="tx1"/>
                </a:solidFill>
              </a:rPr>
              <a:t> (abstract class)</a:t>
            </a:r>
            <a:endParaRPr lang="en-US" dirty="0">
              <a:solidFill>
                <a:schemeClr val="tx1"/>
              </a:solidFill>
            </a:endParaRPr>
          </a:p>
          <a:p>
            <a:pPr algn="ctr"/>
            <a:r>
              <a:rPr lang="en-US" dirty="0" err="1">
                <a:solidFill>
                  <a:schemeClr val="tx1"/>
                </a:solidFill>
              </a:rPr>
              <a:t>getState</a:t>
            </a:r>
            <a:r>
              <a:rPr lang="en-US" dirty="0">
                <a:solidFill>
                  <a:schemeClr val="tx1"/>
                </a:solidFill>
              </a:rPr>
              <a:t>():</a:t>
            </a:r>
          </a:p>
          <a:p>
            <a:pPr algn="ctr"/>
            <a:r>
              <a:rPr lang="en-US" dirty="0" err="1">
                <a:solidFill>
                  <a:schemeClr val="tx1"/>
                </a:solidFill>
              </a:rPr>
              <a:t>changeState</a:t>
            </a:r>
            <a:r>
              <a:rPr lang="en-US" dirty="0">
                <a:solidFill>
                  <a:schemeClr val="tx1"/>
                </a:solidFill>
              </a:rPr>
              <a:t>():</a:t>
            </a:r>
          </a:p>
        </p:txBody>
      </p:sp>
      <p:sp>
        <p:nvSpPr>
          <p:cNvPr id="7" name="Rectangle 6">
            <a:extLst>
              <a:ext uri="{FF2B5EF4-FFF2-40B4-BE49-F238E27FC236}">
                <a16:creationId xmlns:a16="http://schemas.microsoft.com/office/drawing/2014/main" id="{C3FA4D99-6FCB-9FB6-E493-0E0018931211}"/>
              </a:ext>
            </a:extLst>
          </p:cNvPr>
          <p:cNvSpPr/>
          <p:nvPr/>
        </p:nvSpPr>
        <p:spPr>
          <a:xfrm>
            <a:off x="8953332" y="3652785"/>
            <a:ext cx="2068062" cy="1040246"/>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err="1">
                <a:solidFill>
                  <a:schemeClr val="tx1"/>
                </a:solidFill>
              </a:rPr>
              <a:t>SavePost</a:t>
            </a:r>
            <a:endParaRPr lang="en-US" dirty="0">
              <a:solidFill>
                <a:schemeClr val="tx1"/>
              </a:solidFill>
            </a:endParaRPr>
          </a:p>
          <a:p>
            <a:pPr algn="ctr"/>
            <a:r>
              <a:rPr lang="en-US" dirty="0">
                <a:solidFill>
                  <a:schemeClr val="tx1"/>
                </a:solidFill>
              </a:rPr>
              <a:t>save():</a:t>
            </a:r>
          </a:p>
        </p:txBody>
      </p:sp>
      <p:cxnSp>
        <p:nvCxnSpPr>
          <p:cNvPr id="13" name="Straight Arrow Connector 12">
            <a:extLst>
              <a:ext uri="{FF2B5EF4-FFF2-40B4-BE49-F238E27FC236}">
                <a16:creationId xmlns:a16="http://schemas.microsoft.com/office/drawing/2014/main" id="{BB0E5873-D952-DF29-D762-76E1E52CC726}"/>
              </a:ext>
            </a:extLst>
          </p:cNvPr>
          <p:cNvCxnSpPr>
            <a:cxnSpLocks/>
          </p:cNvCxnSpPr>
          <p:nvPr/>
        </p:nvCxnSpPr>
        <p:spPr>
          <a:xfrm flipV="1">
            <a:off x="5828192" y="4864608"/>
            <a:ext cx="0" cy="44097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48F7D0D8-515A-E574-E92B-763EDB1C7F84}"/>
              </a:ext>
            </a:extLst>
          </p:cNvPr>
          <p:cNvSpPr/>
          <p:nvPr/>
        </p:nvSpPr>
        <p:spPr>
          <a:xfrm>
            <a:off x="4019855" y="5371533"/>
            <a:ext cx="3616675" cy="1349871"/>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err="1">
                <a:solidFill>
                  <a:schemeClr val="tx1"/>
                </a:solidFill>
              </a:rPr>
              <a:t>PostDialogBox</a:t>
            </a:r>
            <a:r>
              <a:rPr lang="en-US" u="sng" dirty="0">
                <a:solidFill>
                  <a:schemeClr val="tx1"/>
                </a:solidFill>
              </a:rPr>
              <a:t> (abstract class)</a:t>
            </a:r>
            <a:endParaRPr lang="en-US" dirty="0">
              <a:solidFill>
                <a:schemeClr val="tx1"/>
              </a:solidFill>
            </a:endParaRPr>
          </a:p>
          <a:p>
            <a:pPr algn="ctr"/>
            <a:r>
              <a:rPr lang="en-US" dirty="0" err="1">
                <a:solidFill>
                  <a:schemeClr val="tx1"/>
                </a:solidFill>
              </a:rPr>
              <a:t>getState</a:t>
            </a:r>
            <a:r>
              <a:rPr lang="en-US" dirty="0">
                <a:solidFill>
                  <a:schemeClr val="tx1"/>
                </a:solidFill>
              </a:rPr>
              <a:t>():</a:t>
            </a:r>
          </a:p>
          <a:p>
            <a:pPr algn="ctr"/>
            <a:r>
              <a:rPr lang="en-US" dirty="0" err="1">
                <a:solidFill>
                  <a:schemeClr val="tx1"/>
                </a:solidFill>
              </a:rPr>
              <a:t>changeState</a:t>
            </a:r>
            <a:r>
              <a:rPr lang="en-US" dirty="0">
                <a:solidFill>
                  <a:schemeClr val="tx1"/>
                </a:solidFill>
              </a:rPr>
              <a:t>():</a:t>
            </a:r>
          </a:p>
          <a:p>
            <a:pPr algn="ctr"/>
            <a:endParaRPr lang="en-US" dirty="0">
              <a:solidFill>
                <a:schemeClr val="tx1"/>
              </a:solidFill>
            </a:endParaRPr>
          </a:p>
        </p:txBody>
      </p:sp>
      <p:sp>
        <p:nvSpPr>
          <p:cNvPr id="18" name="Rectangle 17">
            <a:extLst>
              <a:ext uri="{FF2B5EF4-FFF2-40B4-BE49-F238E27FC236}">
                <a16:creationId xmlns:a16="http://schemas.microsoft.com/office/drawing/2014/main" id="{314D995B-0594-2C35-FFF0-606738CDB8E9}"/>
              </a:ext>
            </a:extLst>
          </p:cNvPr>
          <p:cNvSpPr/>
          <p:nvPr/>
        </p:nvSpPr>
        <p:spPr>
          <a:xfrm>
            <a:off x="665820" y="3621476"/>
            <a:ext cx="2068062" cy="1040246"/>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err="1">
                <a:solidFill>
                  <a:schemeClr val="tx1"/>
                </a:solidFill>
              </a:rPr>
              <a:t>EditPost</a:t>
            </a:r>
            <a:endParaRPr lang="en-US" dirty="0">
              <a:solidFill>
                <a:schemeClr val="tx1"/>
              </a:solidFill>
            </a:endParaRPr>
          </a:p>
          <a:p>
            <a:pPr algn="ctr"/>
            <a:r>
              <a:rPr lang="en-US" dirty="0">
                <a:solidFill>
                  <a:schemeClr val="tx1"/>
                </a:solidFill>
              </a:rPr>
              <a:t>edit():</a:t>
            </a:r>
          </a:p>
        </p:txBody>
      </p:sp>
      <p:cxnSp>
        <p:nvCxnSpPr>
          <p:cNvPr id="19" name="Straight Arrow Connector 18">
            <a:extLst>
              <a:ext uri="{FF2B5EF4-FFF2-40B4-BE49-F238E27FC236}">
                <a16:creationId xmlns:a16="http://schemas.microsoft.com/office/drawing/2014/main" id="{A5C00A2A-CF94-6EC5-3CE4-36DB40EBEEA4}"/>
              </a:ext>
            </a:extLst>
          </p:cNvPr>
          <p:cNvCxnSpPr>
            <a:cxnSpLocks/>
          </p:cNvCxnSpPr>
          <p:nvPr/>
        </p:nvCxnSpPr>
        <p:spPr>
          <a:xfrm>
            <a:off x="2844200" y="4131469"/>
            <a:ext cx="1051144"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CA2B479D-27F4-E371-D39C-512115BC9688}"/>
              </a:ext>
            </a:extLst>
          </p:cNvPr>
          <p:cNvCxnSpPr>
            <a:cxnSpLocks/>
          </p:cNvCxnSpPr>
          <p:nvPr/>
        </p:nvCxnSpPr>
        <p:spPr>
          <a:xfrm flipH="1">
            <a:off x="7754112" y="4149953"/>
            <a:ext cx="948344"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0548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500"/>
                                        <p:tgtEl>
                                          <p:spTgt spid="1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500"/>
                                        <p:tgtEl>
                                          <p:spTgt spid="7"/>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3">
                                            <p:txEl>
                                              <p:pRg st="7" end="7"/>
                                            </p:txEl>
                                          </p:spTgt>
                                        </p:tgtEl>
                                        <p:attrNameLst>
                                          <p:attrName>style.visibility</p:attrName>
                                        </p:attrNameLst>
                                      </p:cBhvr>
                                      <p:to>
                                        <p:strVal val="visible"/>
                                      </p:to>
                                    </p:set>
                                    <p:animEffect transition="in" filter="fade">
                                      <p:cBhvr>
                                        <p:cTn id="40" dur="500"/>
                                        <p:tgtEl>
                                          <p:spTgt spid="3">
                                            <p:txEl>
                                              <p:pRg st="7" end="7"/>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26"/>
                                        </p:tgtEl>
                                        <p:attrNameLst>
                                          <p:attrName>style.visibility</p:attrName>
                                        </p:attrNameLst>
                                      </p:cBhvr>
                                      <p:to>
                                        <p:strVal val="visible"/>
                                      </p:to>
                                    </p:set>
                                    <p:animEffect transition="in" filter="fade">
                                      <p:cBhvr>
                                        <p:cTn id="45" dur="500"/>
                                        <p:tgtEl>
                                          <p:spTgt spid="26"/>
                                        </p:tgtEl>
                                      </p:cBhvr>
                                    </p:animEffect>
                                  </p:childTnLst>
                                </p:cTn>
                              </p:par>
                              <p:par>
                                <p:cTn id="46" presetID="10" presetClass="entr" presetSubtype="0" fill="hold"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500"/>
                                        <p:tgtEl>
                                          <p:spTgt spid="19"/>
                                        </p:tgtEl>
                                      </p:cBhvr>
                                    </p:animEffect>
                                  </p:childTnLst>
                                </p:cTn>
                              </p:par>
                              <p:par>
                                <p:cTn id="49"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500"/>
                                        <p:tgtEl>
                                          <p:spTgt spid="22"/>
                                        </p:tgtEl>
                                      </p:cBhvr>
                                    </p:animEffect>
                                  </p:childTnLst>
                                </p:cTn>
                              </p:par>
                              <p:par>
                                <p:cTn id="52" presetID="10" presetClass="entr" presetSubtype="0" fill="hold" nodeType="with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500"/>
                                        <p:tgtEl>
                                          <p:spTgt spid="13"/>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5"/>
                                        </p:tgtEl>
                                        <p:attrNameLst>
                                          <p:attrName>style.visibility</p:attrName>
                                        </p:attrNameLst>
                                      </p:cBhvr>
                                      <p:to>
                                        <p:strVal val="visible"/>
                                      </p:to>
                                    </p:set>
                                    <p:animEffect transition="in" filter="fade">
                                      <p:cBhvr>
                                        <p:cTn id="5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7" grpId="0" animBg="1"/>
      <p:bldP spid="5" grpId="0" animBg="1"/>
      <p:bldP spid="18"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BBF6D-DA0C-9BB9-7FEA-B352D5B664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3863A0-8B31-B9B0-EA9B-8C8BDF691206}"/>
              </a:ext>
            </a:extLst>
          </p:cNvPr>
          <p:cNvSpPr>
            <a:spLocks noGrp="1"/>
          </p:cNvSpPr>
          <p:nvPr>
            <p:ph type="title"/>
          </p:nvPr>
        </p:nvSpPr>
        <p:spPr>
          <a:xfrm>
            <a:off x="1" y="27432"/>
            <a:ext cx="10653578" cy="1132258"/>
          </a:xfrm>
        </p:spPr>
        <p:txBody>
          <a:bodyPr/>
          <a:lstStyle/>
          <a:p>
            <a:r>
              <a:rPr lang="en-US" dirty="0"/>
              <a:t>Chain of Responsibility Pattern</a:t>
            </a:r>
          </a:p>
        </p:txBody>
      </p:sp>
      <p:sp>
        <p:nvSpPr>
          <p:cNvPr id="3" name="Content Placeholder 2">
            <a:extLst>
              <a:ext uri="{FF2B5EF4-FFF2-40B4-BE49-F238E27FC236}">
                <a16:creationId xmlns:a16="http://schemas.microsoft.com/office/drawing/2014/main" id="{464323FE-68EA-1DFC-0803-EA3322B5A54A}"/>
              </a:ext>
            </a:extLst>
          </p:cNvPr>
          <p:cNvSpPr>
            <a:spLocks noGrp="1"/>
          </p:cNvSpPr>
          <p:nvPr>
            <p:ph idx="1"/>
          </p:nvPr>
        </p:nvSpPr>
        <p:spPr>
          <a:xfrm>
            <a:off x="0" y="548640"/>
            <a:ext cx="10653579" cy="4593828"/>
          </a:xfrm>
        </p:spPr>
        <p:txBody>
          <a:bodyPr>
            <a:normAutofit/>
          </a:bodyPr>
          <a:lstStyle/>
          <a:p>
            <a:r>
              <a:rPr lang="en-US" sz="1400" dirty="0">
                <a:highlight>
                  <a:srgbClr val="FFFF00"/>
                </a:highlight>
              </a:rPr>
              <a:t>Involves building a </a:t>
            </a:r>
            <a:r>
              <a:rPr lang="en-US" sz="1400" i="1" dirty="0">
                <a:highlight>
                  <a:srgbClr val="FFFF00"/>
                </a:highlight>
              </a:rPr>
              <a:t>chain</a:t>
            </a:r>
            <a:r>
              <a:rPr lang="en-US" sz="1400" dirty="0">
                <a:highlight>
                  <a:srgbClr val="FFFF00"/>
                </a:highlight>
              </a:rPr>
              <a:t> of objects that are each responsible for handling requests in a specific order</a:t>
            </a:r>
            <a:endParaRPr lang="en-US" sz="1200" dirty="0"/>
          </a:p>
          <a:p>
            <a:r>
              <a:rPr lang="en-US" sz="1400" dirty="0"/>
              <a:t>Application for where only admins are able to access certain webpages</a:t>
            </a:r>
          </a:p>
          <a:p>
            <a:pPr lvl="1"/>
            <a:r>
              <a:rPr lang="en-US" sz="1400" dirty="0"/>
              <a:t>To ensure one is an admin, their information needs to be validated, then authenticated, and finally they need to log in</a:t>
            </a:r>
            <a:endParaRPr lang="en-US" sz="1200" dirty="0"/>
          </a:p>
          <a:p>
            <a:pPr lvl="1"/>
            <a:r>
              <a:rPr lang="en-US" sz="1400" dirty="0"/>
              <a:t>Each of those steps for ensuring one is an admin can be modeled as objects</a:t>
            </a:r>
          </a:p>
          <a:p>
            <a:pPr lvl="2"/>
            <a:r>
              <a:rPr lang="en-US" sz="1200" dirty="0"/>
              <a:t>Once the </a:t>
            </a:r>
            <a:r>
              <a:rPr lang="en-US" sz="1200" i="1" dirty="0"/>
              <a:t>request</a:t>
            </a:r>
            <a:r>
              <a:rPr lang="en-US" sz="1200" dirty="0"/>
              <a:t> to validate the user has been fulfilled, the </a:t>
            </a:r>
            <a:r>
              <a:rPr lang="en-US" sz="1200" i="1" dirty="0"/>
              <a:t>request</a:t>
            </a:r>
            <a:r>
              <a:rPr lang="en-US" sz="1200" dirty="0"/>
              <a:t> for the user to be authenticated has to be fulfilled, and so on</a:t>
            </a:r>
            <a:endParaRPr lang="en-US" sz="1000" dirty="0"/>
          </a:p>
        </p:txBody>
      </p:sp>
      <p:sp>
        <p:nvSpPr>
          <p:cNvPr id="26" name="Rectangle 25">
            <a:extLst>
              <a:ext uri="{FF2B5EF4-FFF2-40B4-BE49-F238E27FC236}">
                <a16:creationId xmlns:a16="http://schemas.microsoft.com/office/drawing/2014/main" id="{2FC8AB9B-E22C-DF46-7F5F-1E00616F5362}"/>
              </a:ext>
            </a:extLst>
          </p:cNvPr>
          <p:cNvSpPr/>
          <p:nvPr/>
        </p:nvSpPr>
        <p:spPr>
          <a:xfrm>
            <a:off x="4100942" y="2808157"/>
            <a:ext cx="3454500" cy="1241686"/>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a:solidFill>
                  <a:schemeClr val="tx1"/>
                </a:solidFill>
              </a:rPr>
              <a:t>Handler (abstract class)</a:t>
            </a:r>
            <a:endParaRPr lang="en-US" dirty="0">
              <a:solidFill>
                <a:schemeClr val="tx1"/>
              </a:solidFill>
            </a:endParaRPr>
          </a:p>
          <a:p>
            <a:pPr algn="ctr"/>
            <a:r>
              <a:rPr lang="en-US" dirty="0" err="1">
                <a:solidFill>
                  <a:schemeClr val="tx1"/>
                </a:solidFill>
              </a:rPr>
              <a:t>nextStep</a:t>
            </a:r>
            <a:r>
              <a:rPr lang="en-US" dirty="0">
                <a:solidFill>
                  <a:schemeClr val="tx1"/>
                </a:solidFill>
              </a:rPr>
              <a:t>(Handler):</a:t>
            </a:r>
          </a:p>
          <a:p>
            <a:pPr algn="ctr"/>
            <a:r>
              <a:rPr lang="en-US" dirty="0">
                <a:solidFill>
                  <a:schemeClr val="tx1"/>
                </a:solidFill>
              </a:rPr>
              <a:t>handle(request):</a:t>
            </a:r>
          </a:p>
        </p:txBody>
      </p:sp>
      <p:cxnSp>
        <p:nvCxnSpPr>
          <p:cNvPr id="13" name="Straight Arrow Connector 12">
            <a:extLst>
              <a:ext uri="{FF2B5EF4-FFF2-40B4-BE49-F238E27FC236}">
                <a16:creationId xmlns:a16="http://schemas.microsoft.com/office/drawing/2014/main" id="{3AE9F555-F83E-77D8-272F-706B3BCDD7A0}"/>
              </a:ext>
            </a:extLst>
          </p:cNvPr>
          <p:cNvCxnSpPr>
            <a:cxnSpLocks/>
          </p:cNvCxnSpPr>
          <p:nvPr/>
        </p:nvCxnSpPr>
        <p:spPr>
          <a:xfrm flipV="1">
            <a:off x="3836949" y="4196731"/>
            <a:ext cx="1353870" cy="92121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8747592C-16F3-8074-B458-4E6EEA179E8C}"/>
              </a:ext>
            </a:extLst>
          </p:cNvPr>
          <p:cNvSpPr/>
          <p:nvPr/>
        </p:nvSpPr>
        <p:spPr>
          <a:xfrm>
            <a:off x="3086858" y="5289356"/>
            <a:ext cx="2028168" cy="1166893"/>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a:solidFill>
                  <a:schemeClr val="tx1"/>
                </a:solidFill>
              </a:rPr>
              <a:t>Validator</a:t>
            </a:r>
            <a:endParaRPr lang="en-US" dirty="0">
              <a:solidFill>
                <a:schemeClr val="tx1"/>
              </a:solidFill>
            </a:endParaRPr>
          </a:p>
          <a:p>
            <a:pPr algn="ctr"/>
            <a:r>
              <a:rPr lang="en-US" dirty="0">
                <a:solidFill>
                  <a:schemeClr val="tx1"/>
                </a:solidFill>
              </a:rPr>
              <a:t>handle(request):</a:t>
            </a:r>
          </a:p>
          <a:p>
            <a:pPr algn="ctr"/>
            <a:endParaRPr lang="en-US" dirty="0">
              <a:solidFill>
                <a:schemeClr val="tx1"/>
              </a:solidFill>
            </a:endParaRPr>
          </a:p>
        </p:txBody>
      </p:sp>
      <p:sp>
        <p:nvSpPr>
          <p:cNvPr id="18" name="Rectangle 17">
            <a:extLst>
              <a:ext uri="{FF2B5EF4-FFF2-40B4-BE49-F238E27FC236}">
                <a16:creationId xmlns:a16="http://schemas.microsoft.com/office/drawing/2014/main" id="{A39421F3-7E0A-0540-4251-7E26804D97AF}"/>
              </a:ext>
            </a:extLst>
          </p:cNvPr>
          <p:cNvSpPr/>
          <p:nvPr/>
        </p:nvSpPr>
        <p:spPr>
          <a:xfrm>
            <a:off x="258032" y="2862871"/>
            <a:ext cx="2356432" cy="1132258"/>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err="1">
                <a:solidFill>
                  <a:schemeClr val="tx1"/>
                </a:solidFill>
              </a:rPr>
              <a:t>WebServer</a:t>
            </a:r>
            <a:endParaRPr lang="en-US" dirty="0">
              <a:solidFill>
                <a:schemeClr val="tx1"/>
              </a:solidFill>
            </a:endParaRPr>
          </a:p>
          <a:p>
            <a:pPr algn="ctr"/>
            <a:r>
              <a:rPr lang="en-US" dirty="0">
                <a:solidFill>
                  <a:schemeClr val="tx1"/>
                </a:solidFill>
              </a:rPr>
              <a:t>handle(request):</a:t>
            </a:r>
          </a:p>
        </p:txBody>
      </p:sp>
      <p:cxnSp>
        <p:nvCxnSpPr>
          <p:cNvPr id="19" name="Straight Arrow Connector 18">
            <a:extLst>
              <a:ext uri="{FF2B5EF4-FFF2-40B4-BE49-F238E27FC236}">
                <a16:creationId xmlns:a16="http://schemas.microsoft.com/office/drawing/2014/main" id="{536C6CA4-5DAE-31F7-1D63-88A38AA63EC8}"/>
              </a:ext>
            </a:extLst>
          </p:cNvPr>
          <p:cNvCxnSpPr>
            <a:cxnSpLocks/>
          </p:cNvCxnSpPr>
          <p:nvPr/>
        </p:nvCxnSpPr>
        <p:spPr>
          <a:xfrm>
            <a:off x="2822098" y="3427381"/>
            <a:ext cx="1051144"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B3349D76-816F-C266-718E-6EC6C3764129}"/>
              </a:ext>
            </a:extLst>
          </p:cNvPr>
          <p:cNvSpPr/>
          <p:nvPr/>
        </p:nvSpPr>
        <p:spPr>
          <a:xfrm>
            <a:off x="5277907" y="5282410"/>
            <a:ext cx="2028168" cy="1166893"/>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a:solidFill>
                  <a:schemeClr val="tx1"/>
                </a:solidFill>
              </a:rPr>
              <a:t>Authenticator</a:t>
            </a:r>
            <a:endParaRPr lang="en-US" dirty="0">
              <a:solidFill>
                <a:schemeClr val="tx1"/>
              </a:solidFill>
            </a:endParaRPr>
          </a:p>
          <a:p>
            <a:pPr algn="ctr"/>
            <a:r>
              <a:rPr lang="en-US" dirty="0">
                <a:solidFill>
                  <a:schemeClr val="tx1"/>
                </a:solidFill>
              </a:rPr>
              <a:t>handle(request):</a:t>
            </a:r>
          </a:p>
          <a:p>
            <a:pPr algn="ctr"/>
            <a:endParaRPr lang="en-US" dirty="0">
              <a:solidFill>
                <a:schemeClr val="tx1"/>
              </a:solidFill>
            </a:endParaRPr>
          </a:p>
        </p:txBody>
      </p:sp>
      <p:cxnSp>
        <p:nvCxnSpPr>
          <p:cNvPr id="10" name="Straight Arrow Connector 9">
            <a:extLst>
              <a:ext uri="{FF2B5EF4-FFF2-40B4-BE49-F238E27FC236}">
                <a16:creationId xmlns:a16="http://schemas.microsoft.com/office/drawing/2014/main" id="{80DC16A5-36A8-C2C5-7051-3EB8EDAF985B}"/>
              </a:ext>
            </a:extLst>
          </p:cNvPr>
          <p:cNvCxnSpPr>
            <a:cxnSpLocks/>
          </p:cNvCxnSpPr>
          <p:nvPr/>
        </p:nvCxnSpPr>
        <p:spPr>
          <a:xfrm flipH="1" flipV="1">
            <a:off x="5705856" y="4189785"/>
            <a:ext cx="549450" cy="97295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3521279A-8744-99F9-8DEE-B7AA764F9860}"/>
              </a:ext>
            </a:extLst>
          </p:cNvPr>
          <p:cNvSpPr/>
          <p:nvPr/>
        </p:nvSpPr>
        <p:spPr>
          <a:xfrm>
            <a:off x="7468956" y="5289356"/>
            <a:ext cx="2028168" cy="1166893"/>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a:solidFill>
                  <a:schemeClr val="tx1"/>
                </a:solidFill>
              </a:rPr>
              <a:t>Logger</a:t>
            </a:r>
            <a:endParaRPr lang="en-US" dirty="0">
              <a:solidFill>
                <a:schemeClr val="tx1"/>
              </a:solidFill>
            </a:endParaRPr>
          </a:p>
          <a:p>
            <a:pPr algn="ctr"/>
            <a:r>
              <a:rPr lang="en-US" dirty="0">
                <a:solidFill>
                  <a:schemeClr val="tx1"/>
                </a:solidFill>
              </a:rPr>
              <a:t>handle(request):</a:t>
            </a:r>
          </a:p>
          <a:p>
            <a:pPr algn="ctr"/>
            <a:endParaRPr lang="en-US" dirty="0">
              <a:solidFill>
                <a:schemeClr val="tx1"/>
              </a:solidFill>
            </a:endParaRPr>
          </a:p>
        </p:txBody>
      </p:sp>
      <p:cxnSp>
        <p:nvCxnSpPr>
          <p:cNvPr id="17" name="Straight Arrow Connector 16">
            <a:extLst>
              <a:ext uri="{FF2B5EF4-FFF2-40B4-BE49-F238E27FC236}">
                <a16:creationId xmlns:a16="http://schemas.microsoft.com/office/drawing/2014/main" id="{D772EB4F-8619-64D0-253A-36B805BA14B9}"/>
              </a:ext>
            </a:extLst>
          </p:cNvPr>
          <p:cNvCxnSpPr>
            <a:cxnSpLocks/>
          </p:cNvCxnSpPr>
          <p:nvPr/>
        </p:nvCxnSpPr>
        <p:spPr>
          <a:xfrm flipH="1" flipV="1">
            <a:off x="6821424" y="4189785"/>
            <a:ext cx="1728139" cy="102265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38467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500"/>
                                        <p:tgtEl>
                                          <p:spTgt spid="18"/>
                                        </p:tgtEl>
                                      </p:cBhvr>
                                    </p:animEffect>
                                  </p:childTnLst>
                                </p:cTn>
                              </p:par>
                              <p:par>
                                <p:cTn id="28" presetID="10" presetClass="entr" presetSubtype="0" fill="hold"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500"/>
                                        <p:tgtEl>
                                          <p:spTgt spid="19"/>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6"/>
                                        </p:tgtEl>
                                        <p:attrNameLst>
                                          <p:attrName>style.visibility</p:attrName>
                                        </p:attrNameLst>
                                      </p:cBhvr>
                                      <p:to>
                                        <p:strVal val="visible"/>
                                      </p:to>
                                    </p:set>
                                    <p:animEffect transition="in" filter="fade">
                                      <p:cBhvr>
                                        <p:cTn id="33" dur="500"/>
                                        <p:tgtEl>
                                          <p:spTgt spid="26"/>
                                        </p:tgtEl>
                                      </p:cBhvr>
                                    </p:animEffect>
                                  </p:childTnLst>
                                </p:cTn>
                              </p:par>
                              <p:par>
                                <p:cTn id="34" presetID="10" presetClass="entr" presetSubtype="0" fill="hold"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500"/>
                                        <p:tgtEl>
                                          <p:spTgt spid="1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5"/>
                                        </p:tgtEl>
                                        <p:attrNameLst>
                                          <p:attrName>style.visibility</p:attrName>
                                        </p:attrNameLst>
                                      </p:cBhvr>
                                      <p:to>
                                        <p:strVal val="visible"/>
                                      </p:to>
                                    </p:set>
                                    <p:animEffect transition="in" filter="fade">
                                      <p:cBhvr>
                                        <p:cTn id="39" dur="500"/>
                                        <p:tgtEl>
                                          <p:spTgt spid="5"/>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500"/>
                                        <p:tgtEl>
                                          <p:spTgt spid="9"/>
                                        </p:tgtEl>
                                      </p:cBhvr>
                                    </p:animEffect>
                                  </p:childTnLst>
                                </p:cTn>
                              </p:par>
                              <p:par>
                                <p:cTn id="43" presetID="10" presetClass="entr" presetSubtype="0" fill="hold" nodeType="withEffect">
                                  <p:stCondLst>
                                    <p:cond delay="0"/>
                                  </p:stCondLst>
                                  <p:childTnLst>
                                    <p:set>
                                      <p:cBhvr>
                                        <p:cTn id="44" dur="1" fill="hold">
                                          <p:stCondLst>
                                            <p:cond delay="0"/>
                                          </p:stCondLst>
                                        </p:cTn>
                                        <p:tgtEl>
                                          <p:spTgt spid="10"/>
                                        </p:tgtEl>
                                        <p:attrNameLst>
                                          <p:attrName>style.visibility</p:attrName>
                                        </p:attrNameLst>
                                      </p:cBhvr>
                                      <p:to>
                                        <p:strVal val="visible"/>
                                      </p:to>
                                    </p:set>
                                    <p:animEffect transition="in" filter="fade">
                                      <p:cBhvr>
                                        <p:cTn id="45" dur="500"/>
                                        <p:tgtEl>
                                          <p:spTgt spid="10"/>
                                        </p:tgtEl>
                                      </p:cBhvr>
                                    </p:animEffect>
                                  </p:childTnLst>
                                </p:cTn>
                              </p:par>
                              <p:par>
                                <p:cTn id="46" presetID="10" presetClass="entr" presetSubtype="0" fill="hold"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500"/>
                                        <p:tgtEl>
                                          <p:spTgt spid="1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6"/>
                                        </p:tgtEl>
                                        <p:attrNameLst>
                                          <p:attrName>style.visibility</p:attrName>
                                        </p:attrNameLst>
                                      </p:cBhvr>
                                      <p:to>
                                        <p:strVal val="visible"/>
                                      </p:to>
                                    </p:set>
                                    <p:animEffect transition="in" filter="fade">
                                      <p:cBhvr>
                                        <p:cTn id="51"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5" grpId="0" animBg="1"/>
      <p:bldP spid="18" grpId="0" animBg="1"/>
      <p:bldP spid="9" grpId="0" animBg="1"/>
      <p:bldP spid="1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97C27E-1439-F3A8-B211-0C4AD299C6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9A5E7A-E52E-B123-91EB-5024134EA951}"/>
              </a:ext>
            </a:extLst>
          </p:cNvPr>
          <p:cNvSpPr>
            <a:spLocks noGrp="1"/>
          </p:cNvSpPr>
          <p:nvPr>
            <p:ph type="title"/>
          </p:nvPr>
        </p:nvSpPr>
        <p:spPr>
          <a:xfrm>
            <a:off x="1" y="27432"/>
            <a:ext cx="10653578" cy="1132258"/>
          </a:xfrm>
        </p:spPr>
        <p:txBody>
          <a:bodyPr/>
          <a:lstStyle/>
          <a:p>
            <a:r>
              <a:rPr lang="en-US" dirty="0"/>
              <a:t>Visitor Pattern</a:t>
            </a:r>
          </a:p>
        </p:txBody>
      </p:sp>
      <p:sp>
        <p:nvSpPr>
          <p:cNvPr id="3" name="Content Placeholder 2">
            <a:extLst>
              <a:ext uri="{FF2B5EF4-FFF2-40B4-BE49-F238E27FC236}">
                <a16:creationId xmlns:a16="http://schemas.microsoft.com/office/drawing/2014/main" id="{D094E5B5-62F1-B206-79F5-C609320549E6}"/>
              </a:ext>
            </a:extLst>
          </p:cNvPr>
          <p:cNvSpPr>
            <a:spLocks noGrp="1"/>
          </p:cNvSpPr>
          <p:nvPr>
            <p:ph idx="1"/>
          </p:nvPr>
        </p:nvSpPr>
        <p:spPr>
          <a:xfrm>
            <a:off x="0" y="548640"/>
            <a:ext cx="10653579" cy="4593828"/>
          </a:xfrm>
        </p:spPr>
        <p:txBody>
          <a:bodyPr>
            <a:normAutofit/>
          </a:bodyPr>
          <a:lstStyle/>
          <a:p>
            <a:r>
              <a:rPr lang="en-US" sz="1400" dirty="0">
                <a:highlight>
                  <a:srgbClr val="FFFF00"/>
                </a:highlight>
              </a:rPr>
              <a:t>Used to separate object behaviors from the actual objects these behaviors need to be applied to</a:t>
            </a:r>
          </a:p>
          <a:p>
            <a:r>
              <a:rPr lang="en-US" sz="1400" dirty="0"/>
              <a:t>Application that a marketing agency uses to keep track of various clients, such as restaurants, law firms, retailers, etc.</a:t>
            </a:r>
          </a:p>
          <a:p>
            <a:pPr lvl="1"/>
            <a:r>
              <a:rPr lang="en-US" sz="1400" dirty="0"/>
              <a:t>Important to send specialized emails appropriate to the specific clients</a:t>
            </a:r>
          </a:p>
          <a:p>
            <a:pPr lvl="1"/>
            <a:r>
              <a:rPr lang="en-US" sz="1400" dirty="0"/>
              <a:t>However, it’s problematic to include a method for sending a specialized email for each of the client classes</a:t>
            </a:r>
          </a:p>
          <a:p>
            <a:pPr lvl="2"/>
            <a:r>
              <a:rPr lang="en-US" sz="1200" dirty="0"/>
              <a:t>Results in the </a:t>
            </a:r>
            <a:r>
              <a:rPr lang="en-US" sz="1200" i="1" dirty="0"/>
              <a:t>behavior </a:t>
            </a:r>
            <a:r>
              <a:rPr lang="en-US" sz="1200" dirty="0"/>
              <a:t>of sending a specialized email as part of the actual object</a:t>
            </a:r>
          </a:p>
          <a:p>
            <a:pPr lvl="1"/>
            <a:r>
              <a:rPr lang="en-US" sz="1400" dirty="0"/>
              <a:t>Solution:</a:t>
            </a:r>
          </a:p>
          <a:p>
            <a:pPr lvl="2"/>
            <a:r>
              <a:rPr lang="en-US" sz="1200" dirty="0"/>
              <a:t>The “</a:t>
            </a:r>
            <a:r>
              <a:rPr lang="en-US" sz="1200" dirty="0" err="1"/>
              <a:t>EmailVisitor</a:t>
            </a:r>
            <a:r>
              <a:rPr lang="en-US" sz="1200" dirty="0"/>
              <a:t>” class will be dedicated specifically for sending a specialized email to the appropriate client</a:t>
            </a:r>
          </a:p>
          <a:p>
            <a:pPr lvl="3"/>
            <a:r>
              <a:rPr lang="en-US" sz="1200" dirty="0"/>
              <a:t>Allows object behaviors to be applied as needed, without using the objects themselves</a:t>
            </a:r>
          </a:p>
        </p:txBody>
      </p:sp>
      <p:sp>
        <p:nvSpPr>
          <p:cNvPr id="5" name="Rectangle 4">
            <a:extLst>
              <a:ext uri="{FF2B5EF4-FFF2-40B4-BE49-F238E27FC236}">
                <a16:creationId xmlns:a16="http://schemas.microsoft.com/office/drawing/2014/main" id="{4567366F-60B0-5643-6211-4CB79F4B4C4C}"/>
              </a:ext>
            </a:extLst>
          </p:cNvPr>
          <p:cNvSpPr/>
          <p:nvPr/>
        </p:nvSpPr>
        <p:spPr>
          <a:xfrm>
            <a:off x="8802857" y="5330956"/>
            <a:ext cx="2243095" cy="1372308"/>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err="1">
                <a:solidFill>
                  <a:schemeClr val="tx1"/>
                </a:solidFill>
              </a:rPr>
              <a:t>EmailVisitor</a:t>
            </a:r>
            <a:endParaRPr lang="en-US" dirty="0">
              <a:solidFill>
                <a:schemeClr val="tx1"/>
              </a:solidFill>
            </a:endParaRPr>
          </a:p>
          <a:p>
            <a:pPr algn="ctr"/>
            <a:r>
              <a:rPr lang="en-US" dirty="0" err="1">
                <a:solidFill>
                  <a:schemeClr val="tx1"/>
                </a:solidFill>
              </a:rPr>
              <a:t>sendRestaurant</a:t>
            </a:r>
            <a:r>
              <a:rPr lang="en-US" dirty="0">
                <a:solidFill>
                  <a:schemeClr val="tx1"/>
                </a:solidFill>
              </a:rPr>
              <a:t>():</a:t>
            </a:r>
          </a:p>
          <a:p>
            <a:pPr algn="ctr"/>
            <a:r>
              <a:rPr lang="en-US" dirty="0" err="1">
                <a:solidFill>
                  <a:schemeClr val="tx1"/>
                </a:solidFill>
              </a:rPr>
              <a:t>sendLawFirm</a:t>
            </a:r>
            <a:r>
              <a:rPr lang="en-US" dirty="0">
                <a:solidFill>
                  <a:schemeClr val="tx1"/>
                </a:solidFill>
              </a:rPr>
              <a:t>():</a:t>
            </a:r>
          </a:p>
          <a:p>
            <a:pPr algn="ctr"/>
            <a:r>
              <a:rPr lang="en-US" dirty="0" err="1">
                <a:solidFill>
                  <a:schemeClr val="tx1"/>
                </a:solidFill>
              </a:rPr>
              <a:t>sendRetailer</a:t>
            </a:r>
            <a:r>
              <a:rPr lang="en-US" dirty="0">
                <a:solidFill>
                  <a:schemeClr val="tx1"/>
                </a:solidFill>
              </a:rPr>
              <a:t>():</a:t>
            </a:r>
          </a:p>
        </p:txBody>
      </p:sp>
      <p:sp>
        <p:nvSpPr>
          <p:cNvPr id="7" name="Rectangle 6">
            <a:extLst>
              <a:ext uri="{FF2B5EF4-FFF2-40B4-BE49-F238E27FC236}">
                <a16:creationId xmlns:a16="http://schemas.microsoft.com/office/drawing/2014/main" id="{2B43A58C-FB42-0830-ACB5-22816066CAC9}"/>
              </a:ext>
            </a:extLst>
          </p:cNvPr>
          <p:cNvSpPr/>
          <p:nvPr/>
        </p:nvSpPr>
        <p:spPr>
          <a:xfrm>
            <a:off x="1396538" y="5550926"/>
            <a:ext cx="1886158" cy="932367"/>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a:solidFill>
                  <a:schemeClr val="tx1"/>
                </a:solidFill>
              </a:rPr>
              <a:t>Restaurant</a:t>
            </a:r>
            <a:endParaRPr lang="en-US" dirty="0">
              <a:solidFill>
                <a:schemeClr val="tx1"/>
              </a:solidFill>
            </a:endParaRPr>
          </a:p>
          <a:p>
            <a:pPr algn="ctr"/>
            <a:r>
              <a:rPr lang="en-US" dirty="0">
                <a:solidFill>
                  <a:schemeClr val="tx1"/>
                </a:solidFill>
              </a:rPr>
              <a:t>accept(Visitor):</a:t>
            </a:r>
          </a:p>
        </p:txBody>
      </p:sp>
      <p:sp>
        <p:nvSpPr>
          <p:cNvPr id="9" name="Rectangle 8">
            <a:extLst>
              <a:ext uri="{FF2B5EF4-FFF2-40B4-BE49-F238E27FC236}">
                <a16:creationId xmlns:a16="http://schemas.microsoft.com/office/drawing/2014/main" id="{42BF74E3-35DA-8338-F6D2-7F093BD550BF}"/>
              </a:ext>
            </a:extLst>
          </p:cNvPr>
          <p:cNvSpPr/>
          <p:nvPr/>
        </p:nvSpPr>
        <p:spPr>
          <a:xfrm>
            <a:off x="2914006" y="3230267"/>
            <a:ext cx="3355729" cy="1526243"/>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a:solidFill>
                  <a:schemeClr val="tx1"/>
                </a:solidFill>
              </a:rPr>
              <a:t>Client (abstract class)</a:t>
            </a:r>
            <a:endParaRPr lang="en-US" dirty="0">
              <a:solidFill>
                <a:schemeClr val="tx1"/>
              </a:solidFill>
            </a:endParaRPr>
          </a:p>
          <a:p>
            <a:pPr algn="ctr"/>
            <a:r>
              <a:rPr lang="en-US" dirty="0">
                <a:solidFill>
                  <a:schemeClr val="tx1"/>
                </a:solidFill>
              </a:rPr>
              <a:t>name:</a:t>
            </a:r>
          </a:p>
          <a:p>
            <a:pPr algn="ctr"/>
            <a:r>
              <a:rPr lang="en-US" dirty="0">
                <a:solidFill>
                  <a:schemeClr val="tx1"/>
                </a:solidFill>
              </a:rPr>
              <a:t>email:</a:t>
            </a:r>
          </a:p>
          <a:p>
            <a:pPr algn="ctr"/>
            <a:r>
              <a:rPr lang="en-US" dirty="0" err="1">
                <a:solidFill>
                  <a:schemeClr val="tx1"/>
                </a:solidFill>
              </a:rPr>
              <a:t>getEmail</a:t>
            </a:r>
            <a:r>
              <a:rPr lang="en-US" dirty="0">
                <a:solidFill>
                  <a:schemeClr val="tx1"/>
                </a:solidFill>
              </a:rPr>
              <a:t>():</a:t>
            </a:r>
          </a:p>
          <a:p>
            <a:pPr algn="ctr"/>
            <a:r>
              <a:rPr lang="en-US" dirty="0">
                <a:solidFill>
                  <a:schemeClr val="tx1"/>
                </a:solidFill>
              </a:rPr>
              <a:t>accept(Visitor):</a:t>
            </a:r>
          </a:p>
        </p:txBody>
      </p:sp>
      <p:cxnSp>
        <p:nvCxnSpPr>
          <p:cNvPr id="17" name="Straight Arrow Connector 16">
            <a:extLst>
              <a:ext uri="{FF2B5EF4-FFF2-40B4-BE49-F238E27FC236}">
                <a16:creationId xmlns:a16="http://schemas.microsoft.com/office/drawing/2014/main" id="{D3C08416-3A4D-32E3-6FE3-4774A31FADD4}"/>
              </a:ext>
            </a:extLst>
          </p:cNvPr>
          <p:cNvCxnSpPr>
            <a:cxnSpLocks/>
          </p:cNvCxnSpPr>
          <p:nvPr/>
        </p:nvCxnSpPr>
        <p:spPr>
          <a:xfrm flipV="1">
            <a:off x="9939300" y="4756510"/>
            <a:ext cx="0" cy="48512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C1516E77-3273-65C1-3257-729883CBAAE4}"/>
              </a:ext>
            </a:extLst>
          </p:cNvPr>
          <p:cNvSpPr/>
          <p:nvPr/>
        </p:nvSpPr>
        <p:spPr>
          <a:xfrm>
            <a:off x="8653043" y="3230267"/>
            <a:ext cx="2569628" cy="148868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a:solidFill>
                  <a:schemeClr val="tx1"/>
                </a:solidFill>
              </a:rPr>
              <a:t>Visitor (interface)</a:t>
            </a:r>
            <a:endParaRPr lang="en-US" dirty="0">
              <a:solidFill>
                <a:schemeClr val="tx1"/>
              </a:solidFill>
            </a:endParaRPr>
          </a:p>
          <a:p>
            <a:pPr algn="ctr"/>
            <a:r>
              <a:rPr lang="en-US" dirty="0" err="1">
                <a:solidFill>
                  <a:schemeClr val="tx1"/>
                </a:solidFill>
              </a:rPr>
              <a:t>sendRestaurant</a:t>
            </a:r>
            <a:r>
              <a:rPr lang="en-US" dirty="0">
                <a:solidFill>
                  <a:schemeClr val="tx1"/>
                </a:solidFill>
              </a:rPr>
              <a:t>():</a:t>
            </a:r>
          </a:p>
          <a:p>
            <a:pPr algn="ctr"/>
            <a:r>
              <a:rPr lang="en-US" dirty="0" err="1">
                <a:solidFill>
                  <a:schemeClr val="tx1"/>
                </a:solidFill>
              </a:rPr>
              <a:t>sendLawFirm</a:t>
            </a:r>
            <a:r>
              <a:rPr lang="en-US" dirty="0">
                <a:solidFill>
                  <a:schemeClr val="tx1"/>
                </a:solidFill>
              </a:rPr>
              <a:t>():</a:t>
            </a:r>
          </a:p>
          <a:p>
            <a:pPr algn="ctr"/>
            <a:r>
              <a:rPr lang="en-US" dirty="0" err="1">
                <a:solidFill>
                  <a:schemeClr val="tx1"/>
                </a:solidFill>
              </a:rPr>
              <a:t>sendRetailer</a:t>
            </a:r>
            <a:r>
              <a:rPr lang="en-US" dirty="0">
                <a:solidFill>
                  <a:schemeClr val="tx1"/>
                </a:solidFill>
              </a:rPr>
              <a:t>():</a:t>
            </a:r>
          </a:p>
        </p:txBody>
      </p:sp>
      <p:cxnSp>
        <p:nvCxnSpPr>
          <p:cNvPr id="13" name="Straight Arrow Connector 12">
            <a:extLst>
              <a:ext uri="{FF2B5EF4-FFF2-40B4-BE49-F238E27FC236}">
                <a16:creationId xmlns:a16="http://schemas.microsoft.com/office/drawing/2014/main" id="{2698C0B2-C53D-08A7-20B0-E802641D1E2B}"/>
              </a:ext>
            </a:extLst>
          </p:cNvPr>
          <p:cNvCxnSpPr>
            <a:cxnSpLocks/>
          </p:cNvCxnSpPr>
          <p:nvPr/>
        </p:nvCxnSpPr>
        <p:spPr>
          <a:xfrm>
            <a:off x="6415278" y="4006695"/>
            <a:ext cx="2088642" cy="0"/>
          </a:xfrm>
          <a:prstGeom prst="straightConnector1">
            <a:avLst/>
          </a:prstGeom>
          <a:ln w="2857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CBC6D020-98DD-3CE8-B9F6-A4B1C9B973E7}"/>
              </a:ext>
            </a:extLst>
          </p:cNvPr>
          <p:cNvSpPr/>
          <p:nvPr/>
        </p:nvSpPr>
        <p:spPr>
          <a:xfrm>
            <a:off x="3474133" y="5550926"/>
            <a:ext cx="1886158" cy="932367"/>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err="1">
                <a:solidFill>
                  <a:schemeClr val="tx1"/>
                </a:solidFill>
              </a:rPr>
              <a:t>LawFirm</a:t>
            </a:r>
            <a:endParaRPr lang="en-US" dirty="0">
              <a:solidFill>
                <a:schemeClr val="tx1"/>
              </a:solidFill>
            </a:endParaRPr>
          </a:p>
          <a:p>
            <a:pPr algn="ctr"/>
            <a:r>
              <a:rPr lang="en-US" dirty="0">
                <a:solidFill>
                  <a:schemeClr val="tx1"/>
                </a:solidFill>
              </a:rPr>
              <a:t>accept(Visitor):</a:t>
            </a:r>
          </a:p>
        </p:txBody>
      </p:sp>
      <p:sp>
        <p:nvSpPr>
          <p:cNvPr id="21" name="Rectangle 20">
            <a:extLst>
              <a:ext uri="{FF2B5EF4-FFF2-40B4-BE49-F238E27FC236}">
                <a16:creationId xmlns:a16="http://schemas.microsoft.com/office/drawing/2014/main" id="{FDB818C6-CB1B-A6FC-6F15-4E0F47B7116E}"/>
              </a:ext>
            </a:extLst>
          </p:cNvPr>
          <p:cNvSpPr/>
          <p:nvPr/>
        </p:nvSpPr>
        <p:spPr>
          <a:xfrm>
            <a:off x="5573441" y="5550926"/>
            <a:ext cx="1886158" cy="932367"/>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a:solidFill>
                  <a:schemeClr val="tx1"/>
                </a:solidFill>
              </a:rPr>
              <a:t>Retailer</a:t>
            </a:r>
            <a:endParaRPr lang="en-US" dirty="0">
              <a:solidFill>
                <a:schemeClr val="tx1"/>
              </a:solidFill>
            </a:endParaRPr>
          </a:p>
          <a:p>
            <a:pPr algn="ctr"/>
            <a:r>
              <a:rPr lang="en-US" dirty="0">
                <a:solidFill>
                  <a:schemeClr val="tx1"/>
                </a:solidFill>
              </a:rPr>
              <a:t>accept(Visitor):</a:t>
            </a:r>
          </a:p>
        </p:txBody>
      </p:sp>
      <p:cxnSp>
        <p:nvCxnSpPr>
          <p:cNvPr id="22" name="Straight Arrow Connector 21">
            <a:extLst>
              <a:ext uri="{FF2B5EF4-FFF2-40B4-BE49-F238E27FC236}">
                <a16:creationId xmlns:a16="http://schemas.microsoft.com/office/drawing/2014/main" id="{9AF292EB-54B5-33A5-FF09-E464711FE53B}"/>
              </a:ext>
            </a:extLst>
          </p:cNvPr>
          <p:cNvCxnSpPr>
            <a:cxnSpLocks/>
          </p:cNvCxnSpPr>
          <p:nvPr/>
        </p:nvCxnSpPr>
        <p:spPr>
          <a:xfrm flipV="1">
            <a:off x="2339617" y="4846320"/>
            <a:ext cx="1601447" cy="63787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222BFA3A-42F1-B135-F6A4-B489778D922C}"/>
              </a:ext>
            </a:extLst>
          </p:cNvPr>
          <p:cNvCxnSpPr>
            <a:cxnSpLocks/>
          </p:cNvCxnSpPr>
          <p:nvPr/>
        </p:nvCxnSpPr>
        <p:spPr>
          <a:xfrm flipV="1">
            <a:off x="4417212" y="4922695"/>
            <a:ext cx="0" cy="48512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1C6D6300-46AC-3F43-4696-872DAE039839}"/>
              </a:ext>
            </a:extLst>
          </p:cNvPr>
          <p:cNvCxnSpPr>
            <a:cxnSpLocks/>
          </p:cNvCxnSpPr>
          <p:nvPr/>
        </p:nvCxnSpPr>
        <p:spPr>
          <a:xfrm flipH="1" flipV="1">
            <a:off x="5573441" y="4846320"/>
            <a:ext cx="1016107" cy="60147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6893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500"/>
                                        <p:tgtEl>
                                          <p:spTgt spid="9"/>
                                        </p:tgtEl>
                                      </p:cBhvr>
                                    </p:animEffect>
                                  </p:childTnLst>
                                </p:cTn>
                              </p:par>
                              <p:par>
                                <p:cTn id="38" presetID="10" presetClass="entr" presetSubtype="0" fill="hold" nodeType="withEffect">
                                  <p:stCondLst>
                                    <p:cond delay="0"/>
                                  </p:stCondLst>
                                  <p:childTnLst>
                                    <p:set>
                                      <p:cBhvr>
                                        <p:cTn id="39" dur="1" fill="hold">
                                          <p:stCondLst>
                                            <p:cond delay="0"/>
                                          </p:stCondLst>
                                        </p:cTn>
                                        <p:tgtEl>
                                          <p:spTgt spid="22"/>
                                        </p:tgtEl>
                                        <p:attrNameLst>
                                          <p:attrName>style.visibility</p:attrName>
                                        </p:attrNameLst>
                                      </p:cBhvr>
                                      <p:to>
                                        <p:strVal val="visible"/>
                                      </p:to>
                                    </p:set>
                                    <p:animEffect transition="in" filter="fade">
                                      <p:cBhvr>
                                        <p:cTn id="40" dur="500"/>
                                        <p:tgtEl>
                                          <p:spTgt spid="22"/>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7"/>
                                        </p:tgtEl>
                                        <p:attrNameLst>
                                          <p:attrName>style.visibility</p:attrName>
                                        </p:attrNameLst>
                                      </p:cBhvr>
                                      <p:to>
                                        <p:strVal val="visible"/>
                                      </p:to>
                                    </p:set>
                                    <p:animEffect transition="in" filter="fade">
                                      <p:cBhvr>
                                        <p:cTn id="43" dur="500"/>
                                        <p:tgtEl>
                                          <p:spTgt spid="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500"/>
                                        <p:tgtEl>
                                          <p:spTgt spid="19"/>
                                        </p:tgtEl>
                                      </p:cBhvr>
                                    </p:animEffect>
                                  </p:childTnLst>
                                </p:cTn>
                              </p:par>
                              <p:par>
                                <p:cTn id="47" presetID="10" presetClass="entr" presetSubtype="0" fill="hold" nodeType="withEffect">
                                  <p:stCondLst>
                                    <p:cond delay="0"/>
                                  </p:stCondLst>
                                  <p:childTnLst>
                                    <p:set>
                                      <p:cBhvr>
                                        <p:cTn id="48" dur="1" fill="hold">
                                          <p:stCondLst>
                                            <p:cond delay="0"/>
                                          </p:stCondLst>
                                        </p:cTn>
                                        <p:tgtEl>
                                          <p:spTgt spid="25"/>
                                        </p:tgtEl>
                                        <p:attrNameLst>
                                          <p:attrName>style.visibility</p:attrName>
                                        </p:attrNameLst>
                                      </p:cBhvr>
                                      <p:to>
                                        <p:strVal val="visible"/>
                                      </p:to>
                                    </p:set>
                                    <p:animEffect transition="in" filter="fade">
                                      <p:cBhvr>
                                        <p:cTn id="49" dur="500"/>
                                        <p:tgtEl>
                                          <p:spTgt spid="25"/>
                                        </p:tgtEl>
                                      </p:cBhvr>
                                    </p:animEffect>
                                  </p:childTnLst>
                                </p:cTn>
                              </p:par>
                              <p:par>
                                <p:cTn id="50" presetID="10" presetClass="entr" presetSubtype="0" fill="hold" nodeType="withEffect">
                                  <p:stCondLst>
                                    <p:cond delay="0"/>
                                  </p:stCondLst>
                                  <p:childTnLst>
                                    <p:set>
                                      <p:cBhvr>
                                        <p:cTn id="51" dur="1" fill="hold">
                                          <p:stCondLst>
                                            <p:cond delay="0"/>
                                          </p:stCondLst>
                                        </p:cTn>
                                        <p:tgtEl>
                                          <p:spTgt spid="26"/>
                                        </p:tgtEl>
                                        <p:attrNameLst>
                                          <p:attrName>style.visibility</p:attrName>
                                        </p:attrNameLst>
                                      </p:cBhvr>
                                      <p:to>
                                        <p:strVal val="visible"/>
                                      </p:to>
                                    </p:set>
                                    <p:animEffect transition="in" filter="fade">
                                      <p:cBhvr>
                                        <p:cTn id="52" dur="500"/>
                                        <p:tgtEl>
                                          <p:spTgt spid="26"/>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500"/>
                                        <p:tgtEl>
                                          <p:spTgt spid="21"/>
                                        </p:tgtEl>
                                      </p:cBhvr>
                                    </p:animEffect>
                                  </p:childTnLst>
                                </p:cTn>
                              </p:par>
                              <p:par>
                                <p:cTn id="56" presetID="10" presetClass="entr" presetSubtype="0" fill="hold" nodeType="withEffect">
                                  <p:stCondLst>
                                    <p:cond delay="0"/>
                                  </p:stCondLst>
                                  <p:childTnLst>
                                    <p:set>
                                      <p:cBhvr>
                                        <p:cTn id="57" dur="1" fill="hold">
                                          <p:stCondLst>
                                            <p:cond delay="0"/>
                                          </p:stCondLst>
                                        </p:cTn>
                                        <p:tgtEl>
                                          <p:spTgt spid="13"/>
                                        </p:tgtEl>
                                        <p:attrNameLst>
                                          <p:attrName>style.visibility</p:attrName>
                                        </p:attrNameLst>
                                      </p:cBhvr>
                                      <p:to>
                                        <p:strVal val="visible"/>
                                      </p:to>
                                    </p:set>
                                    <p:animEffect transition="in" filter="fade">
                                      <p:cBhvr>
                                        <p:cTn id="58" dur="500"/>
                                        <p:tgtEl>
                                          <p:spTgt spid="13"/>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6"/>
                                        </p:tgtEl>
                                        <p:attrNameLst>
                                          <p:attrName>style.visibility</p:attrName>
                                        </p:attrNameLst>
                                      </p:cBhvr>
                                      <p:to>
                                        <p:strVal val="visible"/>
                                      </p:to>
                                    </p:set>
                                    <p:animEffect transition="in" filter="fade">
                                      <p:cBhvr>
                                        <p:cTn id="61" dur="500"/>
                                        <p:tgtEl>
                                          <p:spTgt spid="6"/>
                                        </p:tgtEl>
                                      </p:cBhvr>
                                    </p:animEffect>
                                  </p:childTnLst>
                                </p:cTn>
                              </p:par>
                              <p:par>
                                <p:cTn id="62" presetID="10" presetClass="entr" presetSubtype="0" fill="hold" nodeType="withEffect">
                                  <p:stCondLst>
                                    <p:cond delay="0"/>
                                  </p:stCondLst>
                                  <p:childTnLst>
                                    <p:set>
                                      <p:cBhvr>
                                        <p:cTn id="63" dur="1" fill="hold">
                                          <p:stCondLst>
                                            <p:cond delay="0"/>
                                          </p:stCondLst>
                                        </p:cTn>
                                        <p:tgtEl>
                                          <p:spTgt spid="17"/>
                                        </p:tgtEl>
                                        <p:attrNameLst>
                                          <p:attrName>style.visibility</p:attrName>
                                        </p:attrNameLst>
                                      </p:cBhvr>
                                      <p:to>
                                        <p:strVal val="visible"/>
                                      </p:to>
                                    </p:set>
                                    <p:animEffect transition="in" filter="fade">
                                      <p:cBhvr>
                                        <p:cTn id="64" dur="500"/>
                                        <p:tgtEl>
                                          <p:spTgt spid="17"/>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5"/>
                                        </p:tgtEl>
                                        <p:attrNameLst>
                                          <p:attrName>style.visibility</p:attrName>
                                        </p:attrNameLst>
                                      </p:cBhvr>
                                      <p:to>
                                        <p:strVal val="visible"/>
                                      </p:to>
                                    </p:set>
                                    <p:animEffect transition="in" filter="fade">
                                      <p:cBhvr>
                                        <p:cTn id="67" dur="500"/>
                                        <p:tgtEl>
                                          <p:spTgt spid="5"/>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3">
                                            <p:txEl>
                                              <p:pRg st="7" end="7"/>
                                            </p:txEl>
                                          </p:spTgt>
                                        </p:tgtEl>
                                        <p:attrNameLst>
                                          <p:attrName>style.visibility</p:attrName>
                                        </p:attrNameLst>
                                      </p:cBhvr>
                                      <p:to>
                                        <p:strVal val="visible"/>
                                      </p:to>
                                    </p:set>
                                    <p:animEffect transition="in" filter="fade">
                                      <p:cBhvr>
                                        <p:cTn id="7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9" grpId="0" animBg="1"/>
      <p:bldP spid="6" grpId="0" animBg="1"/>
      <p:bldP spid="19" grpId="0" animBg="1"/>
      <p:bldP spid="21"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6ADBB-FB34-7DA4-4B0E-A9C0FAE815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738567-4CA2-CE2E-B110-01B8A5499E08}"/>
              </a:ext>
            </a:extLst>
          </p:cNvPr>
          <p:cNvSpPr>
            <a:spLocks noGrp="1"/>
          </p:cNvSpPr>
          <p:nvPr>
            <p:ph type="title"/>
          </p:nvPr>
        </p:nvSpPr>
        <p:spPr>
          <a:xfrm>
            <a:off x="1" y="27432"/>
            <a:ext cx="10653578" cy="1132258"/>
          </a:xfrm>
        </p:spPr>
        <p:txBody>
          <a:bodyPr/>
          <a:lstStyle/>
          <a:p>
            <a:r>
              <a:rPr lang="en-US" dirty="0"/>
              <a:t>Interpreter Pattern</a:t>
            </a:r>
          </a:p>
        </p:txBody>
      </p:sp>
      <p:sp>
        <p:nvSpPr>
          <p:cNvPr id="3" name="Content Placeholder 2">
            <a:extLst>
              <a:ext uri="{FF2B5EF4-FFF2-40B4-BE49-F238E27FC236}">
                <a16:creationId xmlns:a16="http://schemas.microsoft.com/office/drawing/2014/main" id="{3A04517A-A634-323D-0CC7-BE3D77F84020}"/>
              </a:ext>
            </a:extLst>
          </p:cNvPr>
          <p:cNvSpPr>
            <a:spLocks noGrp="1"/>
          </p:cNvSpPr>
          <p:nvPr>
            <p:ph idx="1"/>
          </p:nvPr>
        </p:nvSpPr>
        <p:spPr>
          <a:xfrm>
            <a:off x="0" y="548640"/>
            <a:ext cx="10653579" cy="4593828"/>
          </a:xfrm>
        </p:spPr>
        <p:txBody>
          <a:bodyPr>
            <a:normAutofit/>
          </a:bodyPr>
          <a:lstStyle/>
          <a:p>
            <a:r>
              <a:rPr lang="en-US" sz="1400" dirty="0">
                <a:highlight>
                  <a:srgbClr val="FFFF00"/>
                </a:highlight>
              </a:rPr>
              <a:t>Involves parsing user input into a “Expression Tree” structure for performing calculation</a:t>
            </a:r>
          </a:p>
          <a:p>
            <a:pPr lvl="1"/>
            <a:r>
              <a:rPr lang="en-US" sz="1200" dirty="0"/>
              <a:t>Not used very often and very specific to applications involved </a:t>
            </a:r>
            <a:r>
              <a:rPr lang="en-US" sz="1200" i="1" dirty="0"/>
              <a:t>calculating</a:t>
            </a:r>
            <a:r>
              <a:rPr lang="en-US" sz="1200" dirty="0"/>
              <a:t> something</a:t>
            </a:r>
          </a:p>
          <a:p>
            <a:pPr lvl="1"/>
            <a:r>
              <a:rPr lang="en-US" sz="1200" dirty="0"/>
              <a:t>Think of the “Expression Tree” as a hierarchy of objects representing the calculation rules that need to be performed in a given order (e.g. PEMDAS)</a:t>
            </a:r>
          </a:p>
          <a:p>
            <a:r>
              <a:rPr lang="en-US" sz="1400" dirty="0"/>
              <a:t>Application for creating a calculator</a:t>
            </a:r>
          </a:p>
          <a:p>
            <a:pPr lvl="1"/>
            <a:r>
              <a:rPr lang="en-US" sz="1400" dirty="0"/>
              <a:t>The “</a:t>
            </a:r>
            <a:r>
              <a:rPr lang="en-US" sz="1400" dirty="0" err="1"/>
              <a:t>TerminalExpressions</a:t>
            </a:r>
            <a:r>
              <a:rPr lang="en-US" sz="1400" dirty="0"/>
              <a:t>” class keeps track of operators</a:t>
            </a:r>
          </a:p>
          <a:p>
            <a:pPr lvl="1"/>
            <a:r>
              <a:rPr lang="en-US" sz="1400" dirty="0"/>
              <a:t>The “</a:t>
            </a:r>
            <a:r>
              <a:rPr lang="en-US" sz="1400" dirty="0" err="1"/>
              <a:t>NonTerminalExpressions</a:t>
            </a:r>
            <a:r>
              <a:rPr lang="en-US" sz="1400" dirty="0"/>
              <a:t>” class keeps track of integers</a:t>
            </a:r>
            <a:endParaRPr lang="en-US" sz="1200" dirty="0"/>
          </a:p>
        </p:txBody>
      </p:sp>
      <p:sp>
        <p:nvSpPr>
          <p:cNvPr id="26" name="Rectangle 25">
            <a:extLst>
              <a:ext uri="{FF2B5EF4-FFF2-40B4-BE49-F238E27FC236}">
                <a16:creationId xmlns:a16="http://schemas.microsoft.com/office/drawing/2014/main" id="{1F56F5A6-FEB5-2998-8D1A-A9BEA7BA8296}"/>
              </a:ext>
            </a:extLst>
          </p:cNvPr>
          <p:cNvSpPr/>
          <p:nvPr/>
        </p:nvSpPr>
        <p:spPr>
          <a:xfrm>
            <a:off x="5200854" y="3447288"/>
            <a:ext cx="3421938" cy="1132258"/>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a:solidFill>
                  <a:schemeClr val="tx1"/>
                </a:solidFill>
              </a:rPr>
              <a:t>Expression (interface)</a:t>
            </a:r>
            <a:endParaRPr lang="en-US" dirty="0">
              <a:solidFill>
                <a:schemeClr val="tx1"/>
              </a:solidFill>
            </a:endParaRPr>
          </a:p>
          <a:p>
            <a:pPr algn="ctr"/>
            <a:r>
              <a:rPr lang="en-US" dirty="0">
                <a:solidFill>
                  <a:schemeClr val="tx1"/>
                </a:solidFill>
              </a:rPr>
              <a:t>interpret(Context):</a:t>
            </a:r>
          </a:p>
        </p:txBody>
      </p:sp>
      <p:cxnSp>
        <p:nvCxnSpPr>
          <p:cNvPr id="13" name="Straight Arrow Connector 12">
            <a:extLst>
              <a:ext uri="{FF2B5EF4-FFF2-40B4-BE49-F238E27FC236}">
                <a16:creationId xmlns:a16="http://schemas.microsoft.com/office/drawing/2014/main" id="{76F3A070-AE18-4952-1F24-3979E8211A0D}"/>
              </a:ext>
            </a:extLst>
          </p:cNvPr>
          <p:cNvCxnSpPr>
            <a:cxnSpLocks/>
          </p:cNvCxnSpPr>
          <p:nvPr/>
        </p:nvCxnSpPr>
        <p:spPr>
          <a:xfrm>
            <a:off x="2962770" y="4057823"/>
            <a:ext cx="2048142"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979FB784-8A52-EF97-E78D-3F8EDDDCF676}"/>
              </a:ext>
            </a:extLst>
          </p:cNvPr>
          <p:cNvCxnSpPr>
            <a:cxnSpLocks/>
          </p:cNvCxnSpPr>
          <p:nvPr/>
        </p:nvCxnSpPr>
        <p:spPr>
          <a:xfrm flipV="1">
            <a:off x="5326789" y="4681728"/>
            <a:ext cx="1220315" cy="62997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CA278DBD-7A15-F3B3-98EF-3841D64B71DE}"/>
              </a:ext>
            </a:extLst>
          </p:cNvPr>
          <p:cNvSpPr/>
          <p:nvPr/>
        </p:nvSpPr>
        <p:spPr>
          <a:xfrm>
            <a:off x="3850122" y="5456167"/>
            <a:ext cx="2953334" cy="1022654"/>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err="1">
                <a:solidFill>
                  <a:schemeClr val="tx1"/>
                </a:solidFill>
              </a:rPr>
              <a:t>TerminalExpression</a:t>
            </a:r>
            <a:endParaRPr lang="en-US" dirty="0">
              <a:solidFill>
                <a:schemeClr val="tx1"/>
              </a:solidFill>
            </a:endParaRPr>
          </a:p>
          <a:p>
            <a:pPr algn="ctr"/>
            <a:r>
              <a:rPr lang="en-US" dirty="0">
                <a:solidFill>
                  <a:schemeClr val="tx1"/>
                </a:solidFill>
              </a:rPr>
              <a:t>interpret(Context):</a:t>
            </a:r>
          </a:p>
        </p:txBody>
      </p:sp>
      <p:sp>
        <p:nvSpPr>
          <p:cNvPr id="8" name="Rectangle 7">
            <a:extLst>
              <a:ext uri="{FF2B5EF4-FFF2-40B4-BE49-F238E27FC236}">
                <a16:creationId xmlns:a16="http://schemas.microsoft.com/office/drawing/2014/main" id="{17C1E0A9-0C28-1C1F-A4C5-84AC70A7D852}"/>
              </a:ext>
            </a:extLst>
          </p:cNvPr>
          <p:cNvSpPr/>
          <p:nvPr/>
        </p:nvSpPr>
        <p:spPr>
          <a:xfrm>
            <a:off x="7041803" y="5456167"/>
            <a:ext cx="2953334" cy="1022654"/>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err="1">
                <a:solidFill>
                  <a:schemeClr val="tx1"/>
                </a:solidFill>
              </a:rPr>
              <a:t>NonTerminalExpression</a:t>
            </a:r>
            <a:endParaRPr lang="en-US" dirty="0">
              <a:solidFill>
                <a:schemeClr val="tx1"/>
              </a:solidFill>
            </a:endParaRPr>
          </a:p>
          <a:p>
            <a:pPr algn="ctr"/>
            <a:r>
              <a:rPr lang="en-US" dirty="0">
                <a:solidFill>
                  <a:schemeClr val="tx1"/>
                </a:solidFill>
              </a:rPr>
              <a:t>interpret(Context):</a:t>
            </a:r>
          </a:p>
        </p:txBody>
      </p:sp>
      <p:cxnSp>
        <p:nvCxnSpPr>
          <p:cNvPr id="14" name="Straight Arrow Connector 13">
            <a:extLst>
              <a:ext uri="{FF2B5EF4-FFF2-40B4-BE49-F238E27FC236}">
                <a16:creationId xmlns:a16="http://schemas.microsoft.com/office/drawing/2014/main" id="{117818AE-FCEF-4615-2DB6-32E7E65585E0}"/>
              </a:ext>
            </a:extLst>
          </p:cNvPr>
          <p:cNvCxnSpPr>
            <a:cxnSpLocks/>
          </p:cNvCxnSpPr>
          <p:nvPr/>
        </p:nvCxnSpPr>
        <p:spPr>
          <a:xfrm flipH="1" flipV="1">
            <a:off x="7196328" y="4681728"/>
            <a:ext cx="1322142" cy="64717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BB1F16EC-7136-5FD8-0BC7-541195C4888A}"/>
              </a:ext>
            </a:extLst>
          </p:cNvPr>
          <p:cNvSpPr/>
          <p:nvPr/>
        </p:nvSpPr>
        <p:spPr>
          <a:xfrm>
            <a:off x="902780" y="3736058"/>
            <a:ext cx="1868708" cy="620326"/>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a:solidFill>
                  <a:schemeClr val="tx1"/>
                </a:solidFill>
              </a:rPr>
              <a:t>Client</a:t>
            </a:r>
            <a:endParaRPr lang="en-US" dirty="0">
              <a:solidFill>
                <a:schemeClr val="tx1"/>
              </a:solidFill>
            </a:endParaRPr>
          </a:p>
        </p:txBody>
      </p:sp>
    </p:spTree>
    <p:extLst>
      <p:ext uri="{BB962C8B-B14F-4D97-AF65-F5344CB8AC3E}">
        <p14:creationId xmlns:p14="http://schemas.microsoft.com/office/powerpoint/2010/main" val="622831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500"/>
                                        <p:tgtEl>
                                          <p:spTgt spid="3">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fade">
                                      <p:cBhvr>
                                        <p:cTn id="17" dur="500"/>
                                        <p:tgtEl>
                                          <p:spTgt spid="3">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500"/>
                                        <p:tgtEl>
                                          <p:spTgt spid="22"/>
                                        </p:tgtEl>
                                      </p:cBhvr>
                                    </p:animEffect>
                                  </p:childTnLst>
                                </p:cTn>
                              </p:par>
                              <p:par>
                                <p:cTn id="23" presetID="10"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500"/>
                                        <p:tgtEl>
                                          <p:spTgt spid="1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6"/>
                                        </p:tgtEl>
                                        <p:attrNameLst>
                                          <p:attrName>style.visibility</p:attrName>
                                        </p:attrNameLst>
                                      </p:cBhvr>
                                      <p:to>
                                        <p:strVal val="visible"/>
                                      </p:to>
                                    </p:set>
                                    <p:animEffect transition="in" filter="fade">
                                      <p:cBhvr>
                                        <p:cTn id="28" dur="500"/>
                                        <p:tgtEl>
                                          <p:spTgt spid="26"/>
                                        </p:tgtEl>
                                      </p:cBhvr>
                                    </p:animEffect>
                                  </p:childTnLst>
                                </p:cTn>
                              </p:par>
                              <p:par>
                                <p:cTn id="29" presetID="10" presetClass="entr" presetSubtype="0" fill="hold" nodeType="with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500"/>
                                        <p:tgtEl>
                                          <p:spTgt spid="19"/>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500"/>
                                        <p:tgtEl>
                                          <p:spTgt spid="6"/>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500"/>
                                        <p:tgtEl>
                                          <p:spTgt spid="8"/>
                                        </p:tgtEl>
                                      </p:cBhvr>
                                    </p:animEffect>
                                  </p:childTnLst>
                                </p:cTn>
                              </p:par>
                              <p:par>
                                <p:cTn id="38" presetID="10" presetClass="entr" presetSubtype="0" fill="hold"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6" grpId="0" animBg="1"/>
      <p:bldP spid="8" grpId="0" animBg="1"/>
      <p:bldP spid="22" grpId="0" animBg="1"/>
    </p:bldLst>
  </p:timing>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714</TotalTime>
  <Words>3407</Words>
  <Application>Microsoft Office PowerPoint</Application>
  <PresentationFormat>Widescreen</PresentationFormat>
  <Paragraphs>480</Paragraphs>
  <Slides>27</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Aptos</vt:lpstr>
      <vt:lpstr>Arial</vt:lpstr>
      <vt:lpstr>Neue Haas Grotesk Text Pro</vt:lpstr>
      <vt:lpstr>VanillaVTI</vt:lpstr>
      <vt:lpstr>Design Patterns in C#</vt:lpstr>
      <vt:lpstr>Creational Design Patterns</vt:lpstr>
      <vt:lpstr>Prototype Pattern</vt:lpstr>
      <vt:lpstr>Singleton Pattern</vt:lpstr>
      <vt:lpstr>Factory Method Pattern</vt:lpstr>
      <vt:lpstr>Abstract Factory Pattern</vt:lpstr>
      <vt:lpstr>Builder Pattern</vt:lpstr>
      <vt:lpstr>Structural Design Patterns</vt:lpstr>
      <vt:lpstr>Composite Pattern</vt:lpstr>
      <vt:lpstr>Adapter Pattern</vt:lpstr>
      <vt:lpstr>Bridge Pattern</vt:lpstr>
      <vt:lpstr>Proxy Pattern</vt:lpstr>
      <vt:lpstr>Flyweight Pattern</vt:lpstr>
      <vt:lpstr>Facade Pattern</vt:lpstr>
      <vt:lpstr>Decorator Pattern</vt:lpstr>
      <vt:lpstr>Behavioral Design Patterns</vt:lpstr>
      <vt:lpstr>Memento Pattern</vt:lpstr>
      <vt:lpstr>State Pattern</vt:lpstr>
      <vt:lpstr>Strategy Pattern</vt:lpstr>
      <vt:lpstr>Iterator Pattern</vt:lpstr>
      <vt:lpstr>Command Pattern</vt:lpstr>
      <vt:lpstr>Template Method Pattern</vt:lpstr>
      <vt:lpstr>Observer Pattern</vt:lpstr>
      <vt:lpstr>Mediator Pattern</vt:lpstr>
      <vt:lpstr>Chain of Responsibility Pattern</vt:lpstr>
      <vt:lpstr>Visitor Pattern</vt:lpstr>
      <vt:lpstr>Interpreter Pattern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Saul Varshavsky</dc:creator>
  <cp:lastModifiedBy>Saul Varshavsky</cp:lastModifiedBy>
  <cp:revision>1</cp:revision>
  <dcterms:created xsi:type="dcterms:W3CDTF">2026-05-27T13:04:56Z</dcterms:created>
  <dcterms:modified xsi:type="dcterms:W3CDTF">2026-07-21T15:37:55Z</dcterms:modified>
</cp:coreProperties>
</file>